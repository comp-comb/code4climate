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51" r:id="rId4"/>
    <p:sldMasterId id="2147483648" r:id="rId5"/>
  </p:sldMasterIdLst>
  <p:notesMasterIdLst>
    <p:notesMasterId r:id="rId17"/>
  </p:notesMasterIdLst>
  <p:sldIdLst>
    <p:sldId id="300" r:id="rId6"/>
    <p:sldId id="301" r:id="rId7"/>
    <p:sldId id="302" r:id="rId8"/>
    <p:sldId id="298" r:id="rId9"/>
    <p:sldId id="294" r:id="rId10"/>
    <p:sldId id="281" r:id="rId11"/>
    <p:sldId id="282" r:id="rId12"/>
    <p:sldId id="296" r:id="rId13"/>
    <p:sldId id="297" r:id="rId14"/>
    <p:sldId id="293" r:id="rId15"/>
    <p:sldId id="286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DABD7A-FECC-4C96-98C3-06B2943E3085}" v="1" dt="2025-07-29T01:50:07.62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3.xml"/><Relationship Id="rId13" Type="http://schemas.openxmlformats.org/officeDocument/2006/relationships/slide" Target="slides/slide8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2.xml"/><Relationship Id="rId12" Type="http://schemas.openxmlformats.org/officeDocument/2006/relationships/slide" Target="slides/slide7.xml"/><Relationship Id="rId17" Type="http://schemas.openxmlformats.org/officeDocument/2006/relationships/notesMaster" Target="notesMasters/notesMaster1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microsoft.com/office/2015/10/relationships/revisionInfo" Target="revisionInfo.xml"/><Relationship Id="rId10" Type="http://schemas.openxmlformats.org/officeDocument/2006/relationships/slide" Target="slides/slide5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ukut, KM" userId="S::km.mukut@marquette.edu::2fac2f92-416c-4e92-82ba-41ee479b5d48" providerId="AD" clId="Web-{117A86A8-A28E-4412-AB3F-C960C0FBDA31}"/>
    <pc:docChg chg="modSld">
      <pc:chgData name="Mukut, KM" userId="S::km.mukut@marquette.edu::2fac2f92-416c-4e92-82ba-41ee479b5d48" providerId="AD" clId="Web-{117A86A8-A28E-4412-AB3F-C960C0FBDA31}" dt="2023-07-24T00:18:56.072" v="19" actId="20577"/>
      <pc:docMkLst>
        <pc:docMk/>
      </pc:docMkLst>
      <pc:sldChg chg="modSp">
        <pc:chgData name="Mukut, KM" userId="S::km.mukut@marquette.edu::2fac2f92-416c-4e92-82ba-41ee479b5d48" providerId="AD" clId="Web-{117A86A8-A28E-4412-AB3F-C960C0FBDA31}" dt="2023-07-23T23:42:27.139" v="2" actId="20577"/>
        <pc:sldMkLst>
          <pc:docMk/>
          <pc:sldMk cId="367211742" sldId="260"/>
        </pc:sldMkLst>
      </pc:sldChg>
      <pc:sldChg chg="modSp">
        <pc:chgData name="Mukut, KM" userId="S::km.mukut@marquette.edu::2fac2f92-416c-4e92-82ba-41ee479b5d48" providerId="AD" clId="Web-{117A86A8-A28E-4412-AB3F-C960C0FBDA31}" dt="2023-07-24T00:18:56.072" v="19" actId="20577"/>
        <pc:sldMkLst>
          <pc:docMk/>
          <pc:sldMk cId="3158441860" sldId="278"/>
        </pc:sldMkLst>
      </pc:sldChg>
    </pc:docChg>
  </pc:docChgLst>
  <pc:docChgLst>
    <pc:chgData name="Roy, Somesh" userId="1acabf4b-f33c-4133-9f27-9eb78ba0ac66" providerId="ADAL" clId="{1D6AC2EB-F712-4211-8004-4938C3240DC1}"/>
    <pc:docChg chg="custSel modSld">
      <pc:chgData name="Roy, Somesh" userId="1acabf4b-f33c-4133-9f27-9eb78ba0ac66" providerId="ADAL" clId="{1D6AC2EB-F712-4211-8004-4938C3240DC1}" dt="2023-07-24T22:17:12.865" v="4" actId="404"/>
      <pc:docMkLst>
        <pc:docMk/>
      </pc:docMkLst>
      <pc:sldChg chg="delSp mod delAnim">
        <pc:chgData name="Roy, Somesh" userId="1acabf4b-f33c-4133-9f27-9eb78ba0ac66" providerId="ADAL" clId="{1D6AC2EB-F712-4211-8004-4938C3240DC1}" dt="2023-07-24T22:16:09.385" v="0" actId="478"/>
        <pc:sldMkLst>
          <pc:docMk/>
          <pc:sldMk cId="4221095728" sldId="257"/>
        </pc:sldMkLst>
      </pc:sldChg>
      <pc:sldChg chg="addSp modSp mod">
        <pc:chgData name="Roy, Somesh" userId="1acabf4b-f33c-4133-9f27-9eb78ba0ac66" providerId="ADAL" clId="{1D6AC2EB-F712-4211-8004-4938C3240DC1}" dt="2023-07-24T22:17:12.865" v="4" actId="404"/>
        <pc:sldMkLst>
          <pc:docMk/>
          <pc:sldMk cId="7928765" sldId="292"/>
        </pc:sldMkLst>
      </pc:sldChg>
    </pc:docChg>
  </pc:docChgLst>
  <pc:docChgLst>
    <pc:chgData name="Roy, Somesh" userId="1acabf4b-f33c-4133-9f27-9eb78ba0ac66" providerId="ADAL" clId="{AADABD7A-FECC-4C96-98C3-06B2943E3085}"/>
    <pc:docChg chg="custSel addSld delSld modSld sldOrd addMainMaster delMainMaster modMainMaster">
      <pc:chgData name="Roy, Somesh" userId="1acabf4b-f33c-4133-9f27-9eb78ba0ac66" providerId="ADAL" clId="{AADABD7A-FECC-4C96-98C3-06B2943E3085}" dt="2025-07-29T02:01:20.964" v="27"/>
      <pc:docMkLst>
        <pc:docMk/>
      </pc:docMkLst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4221095728" sldId="257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305995836" sldId="259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367211742" sldId="260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1666705114" sldId="261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94667389" sldId="263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1891088690" sldId="264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2468509887" sldId="265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3934883542" sldId="266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3562931672" sldId="267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1020345223" sldId="268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604845896" sldId="271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697158601" sldId="272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4235301837" sldId="273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3718634394" sldId="274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1118311816" sldId="275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382836062" sldId="276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4143896332" sldId="279"/>
        </pc:sldMkLst>
      </pc:sldChg>
      <pc:sldChg chg="del">
        <pc:chgData name="Roy, Somesh" userId="1acabf4b-f33c-4133-9f27-9eb78ba0ac66" providerId="ADAL" clId="{AADABD7A-FECC-4C96-98C3-06B2943E3085}" dt="2025-07-29T01:51:44.576" v="19" actId="47"/>
        <pc:sldMkLst>
          <pc:docMk/>
          <pc:sldMk cId="0" sldId="283"/>
        </pc:sldMkLst>
      </pc:sldChg>
      <pc:sldChg chg="ord">
        <pc:chgData name="Roy, Somesh" userId="1acabf4b-f33c-4133-9f27-9eb78ba0ac66" providerId="ADAL" clId="{AADABD7A-FECC-4C96-98C3-06B2943E3085}" dt="2025-07-29T02:01:20.964" v="27"/>
        <pc:sldMkLst>
          <pc:docMk/>
          <pc:sldMk cId="0" sldId="286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1899486786" sldId="288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2969691500" sldId="289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2055005093" sldId="291"/>
        </pc:sldMkLst>
      </pc:sldChg>
      <pc:sldChg chg="del">
        <pc:chgData name="Roy, Somesh" userId="1acabf4b-f33c-4133-9f27-9eb78ba0ac66" providerId="ADAL" clId="{AADABD7A-FECC-4C96-98C3-06B2943E3085}" dt="2025-07-29T01:49:26.644" v="0" actId="47"/>
        <pc:sldMkLst>
          <pc:docMk/>
          <pc:sldMk cId="7928765" sldId="292"/>
        </pc:sldMkLst>
      </pc:sldChg>
      <pc:sldChg chg="ord">
        <pc:chgData name="Roy, Somesh" userId="1acabf4b-f33c-4133-9f27-9eb78ba0ac66" providerId="ADAL" clId="{AADABD7A-FECC-4C96-98C3-06B2943E3085}" dt="2025-07-29T02:01:20.964" v="27"/>
        <pc:sldMkLst>
          <pc:docMk/>
          <pc:sldMk cId="3902131348" sldId="293"/>
        </pc:sldMkLst>
      </pc:sldChg>
      <pc:sldChg chg="addSp modSp new mod ord setBg">
        <pc:chgData name="Roy, Somesh" userId="1acabf4b-f33c-4133-9f27-9eb78ba0ac66" providerId="ADAL" clId="{AADABD7A-FECC-4C96-98C3-06B2943E3085}" dt="2025-07-29T01:50:42.916" v="14" actId="26606"/>
        <pc:sldMkLst>
          <pc:docMk/>
          <pc:sldMk cId="268439499" sldId="294"/>
        </pc:sldMkLst>
        <pc:spChg chg="mod">
          <ac:chgData name="Roy, Somesh" userId="1acabf4b-f33c-4133-9f27-9eb78ba0ac66" providerId="ADAL" clId="{AADABD7A-FECC-4C96-98C3-06B2943E3085}" dt="2025-07-29T01:50:22.023" v="10" actId="404"/>
          <ac:spMkLst>
            <pc:docMk/>
            <pc:sldMk cId="268439499" sldId="294"/>
            <ac:spMk id="4" creationId="{7E33A0AD-589E-CB05-6212-03F996648B16}"/>
          </ac:spMkLst>
        </pc:spChg>
        <pc:grpChg chg="add mod">
          <ac:chgData name="Roy, Somesh" userId="1acabf4b-f33c-4133-9f27-9eb78ba0ac66" providerId="ADAL" clId="{AADABD7A-FECC-4C96-98C3-06B2943E3085}" dt="2025-07-29T01:50:42.916" v="14" actId="26606"/>
          <ac:grpSpMkLst>
            <pc:docMk/>
            <pc:sldMk cId="268439499" sldId="294"/>
            <ac:grpSpMk id="2" creationId="{2BDE738B-1774-6B53-2813-EACD02D642D9}"/>
          </ac:grpSpMkLst>
        </pc:grpChg>
        <pc:picChg chg="mod">
          <ac:chgData name="Roy, Somesh" userId="1acabf4b-f33c-4133-9f27-9eb78ba0ac66" providerId="ADAL" clId="{AADABD7A-FECC-4C96-98C3-06B2943E3085}" dt="2025-07-29T01:50:26.862" v="11" actId="1076"/>
          <ac:picMkLst>
            <pc:docMk/>
            <pc:sldMk cId="268439499" sldId="294"/>
            <ac:picMk id="3" creationId="{C4126C74-FF6C-416C-4B75-83B6732CC1E0}"/>
          </ac:picMkLst>
        </pc:picChg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2687646872" sldId="294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1442776364" sldId="295"/>
        </pc:sldMkLst>
      </pc:sldChg>
      <pc:sldChg chg="new del">
        <pc:chgData name="Roy, Somesh" userId="1acabf4b-f33c-4133-9f27-9eb78ba0ac66" providerId="ADAL" clId="{AADABD7A-FECC-4C96-98C3-06B2943E3085}" dt="2025-07-29T02:00:51.887" v="25" actId="2696"/>
        <pc:sldMkLst>
          <pc:docMk/>
          <pc:sldMk cId="3349890218" sldId="295"/>
        </pc:sldMkLst>
      </pc:sldChg>
      <pc:sldChg chg="add">
        <pc:chgData name="Roy, Somesh" userId="1acabf4b-f33c-4133-9f27-9eb78ba0ac66" providerId="ADAL" clId="{AADABD7A-FECC-4C96-98C3-06B2943E3085}" dt="2025-07-29T02:00:42.960" v="22"/>
        <pc:sldMkLst>
          <pc:docMk/>
          <pc:sldMk cId="1645279971" sldId="296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2949696911" sldId="296"/>
        </pc:sldMkLst>
      </pc:sldChg>
      <pc:sldChg chg="add">
        <pc:chgData name="Roy, Somesh" userId="1acabf4b-f33c-4133-9f27-9eb78ba0ac66" providerId="ADAL" clId="{AADABD7A-FECC-4C96-98C3-06B2943E3085}" dt="2025-07-29T02:00:44.972" v="24"/>
        <pc:sldMkLst>
          <pc:docMk/>
          <pc:sldMk cId="423554484" sldId="297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3448292438" sldId="297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2255806145" sldId="298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401749904" sldId="299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1796835271" sldId="300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1005433352" sldId="301"/>
        </pc:sldMkLst>
      </pc:sldChg>
      <pc:sldChg chg="del">
        <pc:chgData name="Roy, Somesh" userId="1acabf4b-f33c-4133-9f27-9eb78ba0ac66" providerId="ADAL" clId="{AADABD7A-FECC-4C96-98C3-06B2943E3085}" dt="2025-07-29T01:49:59.363" v="1" actId="47"/>
        <pc:sldMkLst>
          <pc:docMk/>
          <pc:sldMk cId="832012405" sldId="302"/>
        </pc:sldMkLst>
      </pc:sldChg>
      <pc:sldMasterChg chg="add addSldLayout">
        <pc:chgData name="Roy, Somesh" userId="1acabf4b-f33c-4133-9f27-9eb78ba0ac66" providerId="ADAL" clId="{AADABD7A-FECC-4C96-98C3-06B2943E3085}" dt="2025-07-29T02:00:42.954" v="21" actId="27028"/>
        <pc:sldMasterMkLst>
          <pc:docMk/>
          <pc:sldMasterMk cId="4091594210" sldId="2147483648"/>
        </pc:sldMasterMkLst>
        <pc:sldLayoutChg chg="add">
          <pc:chgData name="Roy, Somesh" userId="1acabf4b-f33c-4133-9f27-9eb78ba0ac66" providerId="ADAL" clId="{AADABD7A-FECC-4C96-98C3-06B2943E3085}" dt="2025-07-29T02:00:42.954" v="21" actId="27028"/>
          <pc:sldLayoutMkLst>
            <pc:docMk/>
            <pc:sldMasterMk cId="4091594210" sldId="2147483648"/>
            <pc:sldLayoutMk cId="1800965985" sldId="2147483650"/>
          </pc:sldLayoutMkLst>
        </pc:sldLayoutChg>
      </pc:sldMasterChg>
      <pc:sldMasterChg chg="replId">
        <pc:chgData name="Roy, Somesh" userId="1acabf4b-f33c-4133-9f27-9eb78ba0ac66" providerId="ADAL" clId="{AADABD7A-FECC-4C96-98C3-06B2943E3085}" dt="2025-07-29T02:00:42.954" v="21" actId="27028"/>
        <pc:sldMasterMkLst>
          <pc:docMk/>
          <pc:sldMasterMk cId="0" sldId="2147483651"/>
        </pc:sldMasterMkLst>
      </pc:sldMasterChg>
      <pc:sldMasterChg chg="del delSldLayout">
        <pc:chgData name="Roy, Somesh" userId="1acabf4b-f33c-4133-9f27-9eb78ba0ac66" providerId="ADAL" clId="{AADABD7A-FECC-4C96-98C3-06B2943E3085}" dt="2025-07-29T01:49:59.363" v="1" actId="47"/>
        <pc:sldMasterMkLst>
          <pc:docMk/>
          <pc:sldMasterMk cId="762613101" sldId="2147483661"/>
        </pc:sldMasterMkLst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2022361235" sldId="2147483650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2419096638" sldId="2147483651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822695176" sldId="2147483652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1950645149" sldId="2147483653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3087598504" sldId="2147483654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1016081280" sldId="2147483655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2029444105" sldId="2147483656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3041678287" sldId="2147483657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3310704175" sldId="2147483658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2055337453" sldId="2147483659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3646304819" sldId="2147483660"/>
          </pc:sldLayoutMkLst>
        </pc:sldLayoutChg>
        <pc:sldLayoutChg chg="del">
          <pc:chgData name="Roy, Somesh" userId="1acabf4b-f33c-4133-9f27-9eb78ba0ac66" providerId="ADAL" clId="{AADABD7A-FECC-4C96-98C3-06B2943E3085}" dt="2025-07-29T01:49:59.363" v="1" actId="47"/>
          <pc:sldLayoutMkLst>
            <pc:docMk/>
            <pc:sldMasterMk cId="762613101" sldId="2147483661"/>
            <pc:sldLayoutMk cId="814908719" sldId="2147483662"/>
          </pc:sldLayoutMkLst>
        </pc:sldLayoutChg>
      </pc:sldMasterChg>
    </pc:docChg>
  </pc:docChgLst>
  <pc:docChgLst>
    <pc:chgData name="Roy, Somesh" userId="1acabf4b-f33c-4133-9f27-9eb78ba0ac66" providerId="ADAL" clId="{7F9FFA60-9933-46FF-B560-C52F49C67602}"/>
    <pc:docChg chg="undo custSel addSld modSld sldOrd">
      <pc:chgData name="Roy, Somesh" userId="1acabf4b-f33c-4133-9f27-9eb78ba0ac66" providerId="ADAL" clId="{7F9FFA60-9933-46FF-B560-C52F49C67602}" dt="2025-07-29T12:13:11.930" v="427" actId="27636"/>
      <pc:docMkLst>
        <pc:docMk/>
      </pc:docMkLst>
      <pc:sldChg chg="addSp delSp modSp new mod ord setBg modClrScheme chgLayout">
        <pc:chgData name="Roy, Somesh" userId="1acabf4b-f33c-4133-9f27-9eb78ba0ac66" providerId="ADAL" clId="{7F9FFA60-9933-46FF-B560-C52F49C67602}" dt="2025-07-29T12:13:11.930" v="427" actId="27636"/>
        <pc:sldMkLst>
          <pc:docMk/>
          <pc:sldMk cId="2263954318" sldId="298"/>
        </pc:sldMkLst>
        <pc:spChg chg="add mod">
          <ac:chgData name="Roy, Somesh" userId="1acabf4b-f33c-4133-9f27-9eb78ba0ac66" providerId="ADAL" clId="{7F9FFA60-9933-46FF-B560-C52F49C67602}" dt="2025-07-29T12:13:06.830" v="424" actId="1076"/>
          <ac:spMkLst>
            <pc:docMk/>
            <pc:sldMk cId="2263954318" sldId="298"/>
            <ac:spMk id="2" creationId="{55744CC3-EFAC-239F-00F1-8E6243BDA624}"/>
          </ac:spMkLst>
        </pc:spChg>
        <pc:spChg chg="add mod">
          <ac:chgData name="Roy, Somesh" userId="1acabf4b-f33c-4133-9f27-9eb78ba0ac66" providerId="ADAL" clId="{7F9FFA60-9933-46FF-B560-C52F49C67602}" dt="2025-07-29T12:13:11.930" v="427" actId="27636"/>
          <ac:spMkLst>
            <pc:docMk/>
            <pc:sldMk cId="2263954318" sldId="298"/>
            <ac:spMk id="3" creationId="{2E5912AF-8F0F-7EC8-F6BE-77EF3A6D0662}"/>
          </ac:spMkLst>
        </pc:spChg>
        <pc:spChg chg="add del">
          <ac:chgData name="Roy, Somesh" userId="1acabf4b-f33c-4133-9f27-9eb78ba0ac66" providerId="ADAL" clId="{7F9FFA60-9933-46FF-B560-C52F49C67602}" dt="2025-07-29T12:12:49.271" v="416" actId="26606"/>
          <ac:spMkLst>
            <pc:docMk/>
            <pc:sldMk cId="2263954318" sldId="298"/>
            <ac:spMk id="8" creationId="{B6CDA21F-E7AF-4C75-8395-33F58D5B0E45}"/>
          </ac:spMkLst>
        </pc:spChg>
        <pc:spChg chg="add del">
          <ac:chgData name="Roy, Somesh" userId="1acabf4b-f33c-4133-9f27-9eb78ba0ac66" providerId="ADAL" clId="{7F9FFA60-9933-46FF-B560-C52F49C67602}" dt="2025-07-29T12:12:54.161" v="420" actId="26606"/>
          <ac:spMkLst>
            <pc:docMk/>
            <pc:sldMk cId="2263954318" sldId="298"/>
            <ac:spMk id="9" creationId="{C0763A76-9F1C-4FC5-82B7-DD475DA461B2}"/>
          </ac:spMkLst>
        </pc:spChg>
        <pc:spChg chg="add del">
          <ac:chgData name="Roy, Somesh" userId="1acabf4b-f33c-4133-9f27-9eb78ba0ac66" providerId="ADAL" clId="{7F9FFA60-9933-46FF-B560-C52F49C67602}" dt="2025-07-29T12:12:54.161" v="420" actId="26606"/>
          <ac:spMkLst>
            <pc:docMk/>
            <pc:sldMk cId="2263954318" sldId="298"/>
            <ac:spMk id="11" creationId="{E81BF4F6-F2CF-4984-9D14-D6966D92F99F}"/>
          </ac:spMkLst>
        </pc:spChg>
        <pc:spChg chg="add">
          <ac:chgData name="Roy, Somesh" userId="1acabf4b-f33c-4133-9f27-9eb78ba0ac66" providerId="ADAL" clId="{7F9FFA60-9933-46FF-B560-C52F49C67602}" dt="2025-07-29T12:12:54.166" v="421" actId="26606"/>
          <ac:spMkLst>
            <pc:docMk/>
            <pc:sldMk cId="2263954318" sldId="298"/>
            <ac:spMk id="13" creationId="{9F7D5CDA-D291-4307-BF55-1381FED29634}"/>
          </ac:spMkLst>
        </pc:spChg>
        <pc:spChg chg="add del">
          <ac:chgData name="Roy, Somesh" userId="1acabf4b-f33c-4133-9f27-9eb78ba0ac66" providerId="ADAL" clId="{7F9FFA60-9933-46FF-B560-C52F49C67602}" dt="2025-07-29T12:12:52.133" v="418" actId="26606"/>
          <ac:spMkLst>
            <pc:docMk/>
            <pc:sldMk cId="2263954318" sldId="298"/>
            <ac:spMk id="14" creationId="{FA23A907-97FB-4A8F-880A-DD77401C4296}"/>
          </ac:spMkLst>
        </pc:spChg>
        <pc:spChg chg="add del">
          <ac:chgData name="Roy, Somesh" userId="1acabf4b-f33c-4133-9f27-9eb78ba0ac66" providerId="ADAL" clId="{7F9FFA60-9933-46FF-B560-C52F49C67602}" dt="2025-07-29T12:12:49.271" v="416" actId="26606"/>
          <ac:spMkLst>
            <pc:docMk/>
            <pc:sldMk cId="2263954318" sldId="298"/>
            <ac:spMk id="15" creationId="{D5B0017B-2ECA-49AF-B397-DC140825DF8D}"/>
          </ac:spMkLst>
        </pc:spChg>
        <pc:spChg chg="add del">
          <ac:chgData name="Roy, Somesh" userId="1acabf4b-f33c-4133-9f27-9eb78ba0ac66" providerId="ADAL" clId="{7F9FFA60-9933-46FF-B560-C52F49C67602}" dt="2025-07-29T12:12:52.133" v="418" actId="26606"/>
          <ac:spMkLst>
            <pc:docMk/>
            <pc:sldMk cId="2263954318" sldId="298"/>
            <ac:spMk id="19" creationId="{C2554CA6-288E-4202-BC52-2E5A8F0C0AED}"/>
          </ac:spMkLst>
        </pc:spChg>
        <pc:spChg chg="add del">
          <ac:chgData name="Roy, Somesh" userId="1acabf4b-f33c-4133-9f27-9eb78ba0ac66" providerId="ADAL" clId="{7F9FFA60-9933-46FF-B560-C52F49C67602}" dt="2025-07-29T12:12:52.133" v="418" actId="26606"/>
          <ac:spMkLst>
            <pc:docMk/>
            <pc:sldMk cId="2263954318" sldId="298"/>
            <ac:spMk id="20" creationId="{B10BB131-AC8E-4A8E-A5D1-36260F720C3B}"/>
          </ac:spMkLst>
        </pc:spChg>
        <pc:spChg chg="add del">
          <ac:chgData name="Roy, Somesh" userId="1acabf4b-f33c-4133-9f27-9eb78ba0ac66" providerId="ADAL" clId="{7F9FFA60-9933-46FF-B560-C52F49C67602}" dt="2025-07-29T12:12:52.133" v="418" actId="26606"/>
          <ac:spMkLst>
            <pc:docMk/>
            <pc:sldMk cId="2263954318" sldId="298"/>
            <ac:spMk id="21" creationId="{5B7778FC-632E-4DCA-A7CB-0D7731CCF970}"/>
          </ac:spMkLst>
        </pc:spChg>
        <pc:grpChg chg="add del">
          <ac:chgData name="Roy, Somesh" userId="1acabf4b-f33c-4133-9f27-9eb78ba0ac66" providerId="ADAL" clId="{7F9FFA60-9933-46FF-B560-C52F49C67602}" dt="2025-07-29T12:12:49.271" v="416" actId="26606"/>
          <ac:grpSpMkLst>
            <pc:docMk/>
            <pc:sldMk cId="2263954318" sldId="298"/>
            <ac:grpSpMk id="10" creationId="{AE1C45F0-260A-458C-96ED-C1F6D2151219}"/>
          </ac:grpSpMkLst>
        </pc:grpChg>
        <pc:picChg chg="add del">
          <ac:chgData name="Roy, Somesh" userId="1acabf4b-f33c-4133-9f27-9eb78ba0ac66" providerId="ADAL" clId="{7F9FFA60-9933-46FF-B560-C52F49C67602}" dt="2025-07-29T12:12:54.161" v="420" actId="26606"/>
          <ac:picMkLst>
            <pc:docMk/>
            <pc:sldMk cId="2263954318" sldId="298"/>
            <ac:picMk id="5" creationId="{93E8F5D7-D011-30B8-323C-D72E88C314B7}"/>
          </ac:picMkLst>
        </pc:picChg>
        <pc:picChg chg="add">
          <ac:chgData name="Roy, Somesh" userId="1acabf4b-f33c-4133-9f27-9eb78ba0ac66" providerId="ADAL" clId="{7F9FFA60-9933-46FF-B560-C52F49C67602}" dt="2025-07-29T12:12:54.166" v="421" actId="26606"/>
          <ac:picMkLst>
            <pc:docMk/>
            <pc:sldMk cId="2263954318" sldId="298"/>
            <ac:picMk id="16" creationId="{AD183D34-676A-6AAA-AE79-3B2176B328B8}"/>
          </ac:picMkLst>
        </pc:picChg>
        <pc:cxnChg chg="add del">
          <ac:chgData name="Roy, Somesh" userId="1acabf4b-f33c-4133-9f27-9eb78ba0ac66" providerId="ADAL" clId="{7F9FFA60-9933-46FF-B560-C52F49C67602}" dt="2025-07-29T12:12:49.271" v="416" actId="26606"/>
          <ac:cxnSpMkLst>
            <pc:docMk/>
            <pc:sldMk cId="2263954318" sldId="298"/>
            <ac:cxnSpMk id="17" creationId="{6CF1BAF6-AD41-4082-B212-8A1F9A2E8779}"/>
          </ac:cxnSpMkLst>
        </pc:cxnChg>
      </pc:sldChg>
    </pc:docChg>
  </pc:docChgLst>
  <pc:docChgLst>
    <pc:chgData name="Mukut, KM" userId="S::km.mukut@marquette.edu::2fac2f92-416c-4e92-82ba-41ee479b5d48" providerId="AD" clId="Web-{247AD3D1-388E-45FD-8017-8DD2BAD3FF48}"/>
    <pc:docChg chg="modSld">
      <pc:chgData name="Mukut, KM" userId="S::km.mukut@marquette.edu::2fac2f92-416c-4e92-82ba-41ee479b5d48" providerId="AD" clId="Web-{247AD3D1-388E-45FD-8017-8DD2BAD3FF48}" dt="2023-07-23T21:16:07.831" v="40"/>
      <pc:docMkLst>
        <pc:docMk/>
      </pc:docMkLst>
      <pc:sldChg chg="addSp modSp">
        <pc:chgData name="Mukut, KM" userId="S::km.mukut@marquette.edu::2fac2f92-416c-4e92-82ba-41ee479b5d48" providerId="AD" clId="Web-{247AD3D1-388E-45FD-8017-8DD2BAD3FF48}" dt="2023-07-23T21:09:08.190" v="18" actId="1076"/>
        <pc:sldMkLst>
          <pc:docMk/>
          <pc:sldMk cId="1891088690" sldId="264"/>
        </pc:sldMkLst>
      </pc:sldChg>
      <pc:sldChg chg="addSp delSp modSp mod setBg setClrOvrMap">
        <pc:chgData name="Mukut, KM" userId="S::km.mukut@marquette.edu::2fac2f92-416c-4e92-82ba-41ee479b5d48" providerId="AD" clId="Web-{247AD3D1-388E-45FD-8017-8DD2BAD3FF48}" dt="2023-07-23T21:16:07.831" v="40"/>
        <pc:sldMkLst>
          <pc:docMk/>
          <pc:sldMk cId="3886847710" sldId="269"/>
        </pc:sldMkLst>
      </pc:sldChg>
    </pc:docChg>
  </pc:docChgLst>
  <pc:docChgLst>
    <pc:chgData name="Mukut, KM" userId="2fac2f92-416c-4e92-82ba-41ee479b5d48" providerId="ADAL" clId="{B4086C10-76DC-8C49-B312-2A3F37850741}"/>
    <pc:docChg chg="undo custSel addSld delSld modSld">
      <pc:chgData name="Mukut, KM" userId="2fac2f92-416c-4e92-82ba-41ee479b5d48" providerId="ADAL" clId="{B4086C10-76DC-8C49-B312-2A3F37850741}" dt="2023-07-23T22:11:03.939" v="407" actId="20577"/>
      <pc:docMkLst>
        <pc:docMk/>
      </pc:docMkLst>
      <pc:sldChg chg="addSp delSp modSp mod setBg setClrOvrMap">
        <pc:chgData name="Mukut, KM" userId="2fac2f92-416c-4e92-82ba-41ee479b5d48" providerId="ADAL" clId="{B4086C10-76DC-8C49-B312-2A3F37850741}" dt="2023-07-23T22:08:26.259" v="361" actId="26606"/>
        <pc:sldMkLst>
          <pc:docMk/>
          <pc:sldMk cId="4132216747" sldId="256"/>
        </pc:sldMkLst>
      </pc:sldChg>
      <pc:sldChg chg="addSp delSp modSp mod setBg addAnim delAnim">
        <pc:chgData name="Mukut, KM" userId="2fac2f92-416c-4e92-82ba-41ee479b5d48" providerId="ADAL" clId="{B4086C10-76DC-8C49-B312-2A3F37850741}" dt="2023-07-23T22:11:03.939" v="407" actId="20577"/>
        <pc:sldMkLst>
          <pc:docMk/>
          <pc:sldMk cId="367211742" sldId="260"/>
        </pc:sldMkLst>
      </pc:sldChg>
      <pc:sldChg chg="del">
        <pc:chgData name="Mukut, KM" userId="2fac2f92-416c-4e92-82ba-41ee479b5d48" providerId="ADAL" clId="{B4086C10-76DC-8C49-B312-2A3F37850741}" dt="2023-07-23T21:23:28.506" v="27" actId="2696"/>
        <pc:sldMkLst>
          <pc:docMk/>
          <pc:sldMk cId="3886847710" sldId="269"/>
        </pc:sldMkLst>
      </pc:sldChg>
      <pc:sldChg chg="del">
        <pc:chgData name="Mukut, KM" userId="2fac2f92-416c-4e92-82ba-41ee479b5d48" providerId="ADAL" clId="{B4086C10-76DC-8C49-B312-2A3F37850741}" dt="2023-07-23T21:58:02.263" v="330" actId="2696"/>
        <pc:sldMkLst>
          <pc:docMk/>
          <pc:sldMk cId="3793004979" sldId="270"/>
        </pc:sldMkLst>
      </pc:sldChg>
      <pc:sldChg chg="modSp mod">
        <pc:chgData name="Mukut, KM" userId="2fac2f92-416c-4e92-82ba-41ee479b5d48" providerId="ADAL" clId="{B4086C10-76DC-8C49-B312-2A3F37850741}" dt="2023-07-23T21:44:40.269" v="71" actId="2711"/>
        <pc:sldMkLst>
          <pc:docMk/>
          <pc:sldMk cId="697158601" sldId="272"/>
        </pc:sldMkLst>
      </pc:sldChg>
      <pc:sldChg chg="modSp mod">
        <pc:chgData name="Mukut, KM" userId="2fac2f92-416c-4e92-82ba-41ee479b5d48" providerId="ADAL" clId="{B4086C10-76DC-8C49-B312-2A3F37850741}" dt="2023-07-23T21:44:24.861" v="70" actId="2711"/>
        <pc:sldMkLst>
          <pc:docMk/>
          <pc:sldMk cId="4235301837" sldId="273"/>
        </pc:sldMkLst>
      </pc:sldChg>
      <pc:sldChg chg="modSp mod">
        <pc:chgData name="Mukut, KM" userId="2fac2f92-416c-4e92-82ba-41ee479b5d48" providerId="ADAL" clId="{B4086C10-76DC-8C49-B312-2A3F37850741}" dt="2023-07-23T21:44:47.620" v="73" actId="27636"/>
        <pc:sldMkLst>
          <pc:docMk/>
          <pc:sldMk cId="3718634394" sldId="274"/>
        </pc:sldMkLst>
      </pc:sldChg>
      <pc:sldChg chg="modSp mod">
        <pc:chgData name="Mukut, KM" userId="2fac2f92-416c-4e92-82ba-41ee479b5d48" providerId="ADAL" clId="{B4086C10-76DC-8C49-B312-2A3F37850741}" dt="2023-07-23T21:44:12.996" v="69" actId="2711"/>
        <pc:sldMkLst>
          <pc:docMk/>
          <pc:sldMk cId="1118311816" sldId="275"/>
        </pc:sldMkLst>
      </pc:sldChg>
      <pc:sldChg chg="modSp mod">
        <pc:chgData name="Mukut, KM" userId="2fac2f92-416c-4e92-82ba-41ee479b5d48" providerId="ADAL" clId="{B4086C10-76DC-8C49-B312-2A3F37850741}" dt="2023-07-23T21:44:01.506" v="68" actId="1076"/>
        <pc:sldMkLst>
          <pc:docMk/>
          <pc:sldMk cId="382836062" sldId="276"/>
        </pc:sldMkLst>
      </pc:sldChg>
      <pc:sldChg chg="modSp mod">
        <pc:chgData name="Mukut, KM" userId="2fac2f92-416c-4e92-82ba-41ee479b5d48" providerId="ADAL" clId="{B4086C10-76DC-8C49-B312-2A3F37850741}" dt="2023-07-23T21:43:47.744" v="66" actId="2711"/>
        <pc:sldMkLst>
          <pc:docMk/>
          <pc:sldMk cId="1998030866" sldId="277"/>
        </pc:sldMkLst>
      </pc:sldChg>
      <pc:sldChg chg="modSp mod">
        <pc:chgData name="Mukut, KM" userId="2fac2f92-416c-4e92-82ba-41ee479b5d48" providerId="ADAL" clId="{B4086C10-76DC-8C49-B312-2A3F37850741}" dt="2023-07-23T21:43:31.652" v="64" actId="2711"/>
        <pc:sldMkLst>
          <pc:docMk/>
          <pc:sldMk cId="3158441860" sldId="278"/>
        </pc:sldMkLst>
      </pc:sldChg>
      <pc:sldChg chg="modSp mod">
        <pc:chgData name="Mukut, KM" userId="2fac2f92-416c-4e92-82ba-41ee479b5d48" providerId="ADAL" clId="{B4086C10-76DC-8C49-B312-2A3F37850741}" dt="2023-07-23T21:38:43.322" v="41" actId="2711"/>
        <pc:sldMkLst>
          <pc:docMk/>
          <pc:sldMk cId="4143896332" sldId="279"/>
        </pc:sldMkLst>
      </pc:sldChg>
      <pc:sldChg chg="del">
        <pc:chgData name="Mukut, KM" userId="2fac2f92-416c-4e92-82ba-41ee479b5d48" providerId="ADAL" clId="{B4086C10-76DC-8C49-B312-2A3F37850741}" dt="2023-07-23T21:40:12.709" v="42" actId="2696"/>
        <pc:sldMkLst>
          <pc:docMk/>
          <pc:sldMk cId="151862332" sldId="280"/>
        </pc:sldMkLst>
      </pc:sldChg>
      <pc:sldChg chg="addSp delSp modSp add del mod">
        <pc:chgData name="Mukut, KM" userId="2fac2f92-416c-4e92-82ba-41ee479b5d48" providerId="ADAL" clId="{B4086C10-76DC-8C49-B312-2A3F37850741}" dt="2023-07-23T21:22:43.756" v="24" actId="14100"/>
        <pc:sldMkLst>
          <pc:docMk/>
          <pc:sldMk cId="0" sldId="281"/>
        </pc:sldMkLst>
      </pc:sldChg>
      <pc:sldChg chg="modSp add mod">
        <pc:chgData name="Mukut, KM" userId="2fac2f92-416c-4e92-82ba-41ee479b5d48" providerId="ADAL" clId="{B4086C10-76DC-8C49-B312-2A3F37850741}" dt="2023-07-23T21:23:19.259" v="26" actId="2711"/>
        <pc:sldMkLst>
          <pc:docMk/>
          <pc:sldMk cId="0" sldId="282"/>
        </pc:sldMkLst>
      </pc:sldChg>
      <pc:sldChg chg="delSp add mod">
        <pc:chgData name="Mukut, KM" userId="2fac2f92-416c-4e92-82ba-41ee479b5d48" providerId="ADAL" clId="{B4086C10-76DC-8C49-B312-2A3F37850741}" dt="2023-07-23T21:23:47.797" v="29" actId="478"/>
        <pc:sldMkLst>
          <pc:docMk/>
          <pc:sldMk cId="0" sldId="283"/>
        </pc:sldMkLst>
      </pc:sldChg>
      <pc:sldChg chg="delSp add mod">
        <pc:chgData name="Mukut, KM" userId="2fac2f92-416c-4e92-82ba-41ee479b5d48" providerId="ADAL" clId="{B4086C10-76DC-8C49-B312-2A3F37850741}" dt="2023-07-23T21:24:03.428" v="31" actId="478"/>
        <pc:sldMkLst>
          <pc:docMk/>
          <pc:sldMk cId="0" sldId="284"/>
        </pc:sldMkLst>
      </pc:sldChg>
      <pc:sldChg chg="delSp add mod">
        <pc:chgData name="Mukut, KM" userId="2fac2f92-416c-4e92-82ba-41ee479b5d48" providerId="ADAL" clId="{B4086C10-76DC-8C49-B312-2A3F37850741}" dt="2023-07-23T21:24:18.044" v="33" actId="478"/>
        <pc:sldMkLst>
          <pc:docMk/>
          <pc:sldMk cId="0" sldId="285"/>
        </pc:sldMkLst>
      </pc:sldChg>
      <pc:sldChg chg="delSp modSp add mod">
        <pc:chgData name="Mukut, KM" userId="2fac2f92-416c-4e92-82ba-41ee479b5d48" providerId="ADAL" clId="{B4086C10-76DC-8C49-B312-2A3F37850741}" dt="2023-07-23T21:58:22.432" v="348" actId="1036"/>
        <pc:sldMkLst>
          <pc:docMk/>
          <pc:sldMk cId="0" sldId="286"/>
        </pc:sldMkLst>
      </pc:sldChg>
      <pc:sldChg chg="addSp delSp modSp new mod setBg">
        <pc:chgData name="Mukut, KM" userId="2fac2f92-416c-4e92-82ba-41ee479b5d48" providerId="ADAL" clId="{B4086C10-76DC-8C49-B312-2A3F37850741}" dt="2023-07-23T21:43:19.719" v="63" actId="2711"/>
        <pc:sldMkLst>
          <pc:docMk/>
          <pc:sldMk cId="1955131238" sldId="287"/>
        </pc:sldMkLst>
      </pc:sldChg>
    </pc:docChg>
  </pc:docChgLst>
  <pc:docChgLst>
    <pc:chgData name="Roy, Somesh" userId="1acabf4b-f33c-4133-9f27-9eb78ba0ac66" providerId="ADAL" clId="{8A7932B7-C305-40E5-B508-CC22F6115DD4}"/>
    <pc:docChg chg="undo redo custSel addSld delSld modSld sldOrd addMainMaster modMainMaster">
      <pc:chgData name="Roy, Somesh" userId="1acabf4b-f33c-4133-9f27-9eb78ba0ac66" providerId="ADAL" clId="{8A7932B7-C305-40E5-B508-CC22F6115DD4}" dt="2023-07-24T18:54:43.436" v="7550" actId="47"/>
      <pc:docMkLst>
        <pc:docMk/>
      </pc:docMkLst>
      <pc:sldChg chg="addSp delSp modSp del mod setBg addAnim delAnim">
        <pc:chgData name="Roy, Somesh" userId="1acabf4b-f33c-4133-9f27-9eb78ba0ac66" providerId="ADAL" clId="{8A7932B7-C305-40E5-B508-CC22F6115DD4}" dt="2023-07-23T23:41:27.396" v="2631" actId="47"/>
        <pc:sldMkLst>
          <pc:docMk/>
          <pc:sldMk cId="4132216747" sldId="256"/>
        </pc:sldMkLst>
      </pc:sldChg>
      <pc:sldChg chg="addSp delSp modSp mod setBg modClrScheme addAnim delAnim modAnim chgLayout">
        <pc:chgData name="Roy, Somesh" userId="1acabf4b-f33c-4133-9f27-9eb78ba0ac66" providerId="ADAL" clId="{8A7932B7-C305-40E5-B508-CC22F6115DD4}" dt="2023-07-24T07:02:46.617" v="7548"/>
        <pc:sldMkLst>
          <pc:docMk/>
          <pc:sldMk cId="4221095728" sldId="257"/>
        </pc:sldMkLst>
      </pc:sldChg>
      <pc:sldChg chg="delSp del mod ord delAnim">
        <pc:chgData name="Roy, Somesh" userId="1acabf4b-f33c-4133-9f27-9eb78ba0ac66" providerId="ADAL" clId="{8A7932B7-C305-40E5-B508-CC22F6115DD4}" dt="2023-07-24T06:02:07.151" v="5080" actId="2696"/>
        <pc:sldMkLst>
          <pc:docMk/>
          <pc:sldMk cId="676143270" sldId="258"/>
        </pc:sldMkLst>
      </pc:sldChg>
      <pc:sldChg chg="addSp delSp modSp mod setBg">
        <pc:chgData name="Roy, Somesh" userId="1acabf4b-f33c-4133-9f27-9eb78ba0ac66" providerId="ADAL" clId="{8A7932B7-C305-40E5-B508-CC22F6115DD4}" dt="2023-07-24T04:56:01.388" v="3166" actId="20577"/>
        <pc:sldMkLst>
          <pc:docMk/>
          <pc:sldMk cId="305995836" sldId="259"/>
        </pc:sldMkLst>
      </pc:sldChg>
      <pc:sldChg chg="modSp new mod">
        <pc:chgData name="Roy, Somesh" userId="1acabf4b-f33c-4133-9f27-9eb78ba0ac66" providerId="ADAL" clId="{8A7932B7-C305-40E5-B508-CC22F6115DD4}" dt="2023-07-24T06:55:28.650" v="7463" actId="6549"/>
        <pc:sldMkLst>
          <pc:docMk/>
          <pc:sldMk cId="367211742" sldId="260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2608774520" sldId="260"/>
        </pc:sldMkLst>
      </pc:sldChg>
      <pc:sldChg chg="addSp modSp new mod setBg modAnim">
        <pc:chgData name="Roy, Somesh" userId="1acabf4b-f33c-4133-9f27-9eb78ba0ac66" providerId="ADAL" clId="{8A7932B7-C305-40E5-B508-CC22F6115DD4}" dt="2023-07-24T04:58:28.712" v="3304"/>
        <pc:sldMkLst>
          <pc:docMk/>
          <pc:sldMk cId="1666705114" sldId="261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3568497926" sldId="261"/>
        </pc:sldMkLst>
      </pc:sldChg>
      <pc:sldChg chg="addSp delSp modSp new del mod setBg modClrScheme addAnim delAnim chgLayout">
        <pc:chgData name="Roy, Somesh" userId="1acabf4b-f33c-4133-9f27-9eb78ba0ac66" providerId="ADAL" clId="{8A7932B7-C305-40E5-B508-CC22F6115DD4}" dt="2023-07-23T23:41:27.396" v="2631" actId="47"/>
        <pc:sldMkLst>
          <pc:docMk/>
          <pc:sldMk cId="622839799" sldId="262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1229150662" sldId="262"/>
        </pc:sldMkLst>
      </pc:sldChg>
      <pc:sldChg chg="addSp delSp modSp add mod setBg">
        <pc:chgData name="Roy, Somesh" userId="1acabf4b-f33c-4133-9f27-9eb78ba0ac66" providerId="ADAL" clId="{8A7932B7-C305-40E5-B508-CC22F6115DD4}" dt="2023-07-24T05:18:02.070" v="3620" actId="20577"/>
        <pc:sldMkLst>
          <pc:docMk/>
          <pc:sldMk cId="94667389" sldId="263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4257350961" sldId="263"/>
        </pc:sldMkLst>
      </pc:sldChg>
      <pc:sldChg chg="addSp delSp modSp new mod setBg modAnim modNotesTx">
        <pc:chgData name="Roy, Somesh" userId="1acabf4b-f33c-4133-9f27-9eb78ba0ac66" providerId="ADAL" clId="{8A7932B7-C305-40E5-B508-CC22F6115DD4}" dt="2023-07-24T05:38:19.402" v="4604" actId="108"/>
        <pc:sldMkLst>
          <pc:docMk/>
          <pc:sldMk cId="1891088690" sldId="264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2687896181" sldId="264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1158311950" sldId="265"/>
        </pc:sldMkLst>
      </pc:sldChg>
      <pc:sldChg chg="addSp delSp modSp new mod ord setBg addAnim delAnim">
        <pc:chgData name="Roy, Somesh" userId="1acabf4b-f33c-4133-9f27-9eb78ba0ac66" providerId="ADAL" clId="{8A7932B7-C305-40E5-B508-CC22F6115DD4}" dt="2023-07-24T00:19:48.635" v="2770"/>
        <pc:sldMkLst>
          <pc:docMk/>
          <pc:sldMk cId="2468509887" sldId="265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1798755160" sldId="266"/>
        </pc:sldMkLst>
      </pc:sldChg>
      <pc:sldChg chg="addSp delSp modSp new mod setBg modNotesTx">
        <pc:chgData name="Roy, Somesh" userId="1acabf4b-f33c-4133-9f27-9eb78ba0ac66" providerId="ADAL" clId="{8A7932B7-C305-40E5-B508-CC22F6115DD4}" dt="2023-07-24T05:35:03.552" v="4389" actId="20577"/>
        <pc:sldMkLst>
          <pc:docMk/>
          <pc:sldMk cId="3934883542" sldId="266"/>
        </pc:sldMkLst>
      </pc:sldChg>
      <pc:sldChg chg="addSp delSp modSp new mod setBg modClrScheme chgLayout">
        <pc:chgData name="Roy, Somesh" userId="1acabf4b-f33c-4133-9f27-9eb78ba0ac66" providerId="ADAL" clId="{8A7932B7-C305-40E5-B508-CC22F6115DD4}" dt="2023-07-23T06:27:41.835" v="1443" actId="26606"/>
        <pc:sldMkLst>
          <pc:docMk/>
          <pc:sldMk cId="3562931672" sldId="267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4273508788" sldId="267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494026669" sldId="268"/>
        </pc:sldMkLst>
      </pc:sldChg>
      <pc:sldChg chg="addSp delSp modSp new mod ord setBg modClrScheme chgLayout">
        <pc:chgData name="Roy, Somesh" userId="1acabf4b-f33c-4133-9f27-9eb78ba0ac66" providerId="ADAL" clId="{8A7932B7-C305-40E5-B508-CC22F6115DD4}" dt="2023-07-24T00:12:06.030" v="2766"/>
        <pc:sldMkLst>
          <pc:docMk/>
          <pc:sldMk cId="1020345223" sldId="268"/>
        </pc:sldMkLst>
      </pc:sldChg>
      <pc:sldChg chg="addSp delSp modSp new mod setBg">
        <pc:chgData name="Roy, Somesh" userId="1acabf4b-f33c-4133-9f27-9eb78ba0ac66" providerId="ADAL" clId="{8A7932B7-C305-40E5-B508-CC22F6115DD4}" dt="2023-07-23T06:30:40.271" v="1731" actId="26606"/>
        <pc:sldMkLst>
          <pc:docMk/>
          <pc:sldMk cId="3886847710" sldId="269"/>
        </pc:sldMkLst>
      </pc:sldChg>
      <pc:sldChg chg="del">
        <pc:chgData name="Roy, Somesh" userId="1acabf4b-f33c-4133-9f27-9eb78ba0ac66" providerId="ADAL" clId="{8A7932B7-C305-40E5-B508-CC22F6115DD4}" dt="2023-07-23T06:04:26.195" v="0" actId="47"/>
        <pc:sldMkLst>
          <pc:docMk/>
          <pc:sldMk cId="4220855993" sldId="269"/>
        </pc:sldMkLst>
      </pc:sldChg>
      <pc:sldChg chg="del">
        <pc:chgData name="Roy, Somesh" userId="1acabf4b-f33c-4133-9f27-9eb78ba0ac66" providerId="ADAL" clId="{8A7932B7-C305-40E5-B508-CC22F6115DD4}" dt="2023-07-23T06:04:57.415" v="17" actId="47"/>
        <pc:sldMkLst>
          <pc:docMk/>
          <pc:sldMk cId="2875579076" sldId="270"/>
        </pc:sldMkLst>
      </pc:sldChg>
      <pc:sldChg chg="modSp new mod">
        <pc:chgData name="Roy, Somesh" userId="1acabf4b-f33c-4133-9f27-9eb78ba0ac66" providerId="ADAL" clId="{8A7932B7-C305-40E5-B508-CC22F6115DD4}" dt="2023-07-23T06:31:23.247" v="1748" actId="20577"/>
        <pc:sldMkLst>
          <pc:docMk/>
          <pc:sldMk cId="3793004979" sldId="270"/>
        </pc:sldMkLst>
      </pc:sldChg>
      <pc:sldChg chg="addSp modSp new mod setBg">
        <pc:chgData name="Roy, Somesh" userId="1acabf4b-f33c-4133-9f27-9eb78ba0ac66" providerId="ADAL" clId="{8A7932B7-C305-40E5-B508-CC22F6115DD4}" dt="2023-07-24T06:11:35.760" v="5404" actId="20577"/>
        <pc:sldMkLst>
          <pc:docMk/>
          <pc:sldMk cId="604845896" sldId="271"/>
        </pc:sldMkLst>
      </pc:sldChg>
      <pc:sldChg chg="addSp modSp new mod setBg">
        <pc:chgData name="Roy, Somesh" userId="1acabf4b-f33c-4133-9f27-9eb78ba0ac66" providerId="ADAL" clId="{8A7932B7-C305-40E5-B508-CC22F6115DD4}" dt="2023-07-24T06:13:36.676" v="5529" actId="20577"/>
        <pc:sldMkLst>
          <pc:docMk/>
          <pc:sldMk cId="697158601" sldId="272"/>
        </pc:sldMkLst>
      </pc:sldChg>
      <pc:sldChg chg="addSp delSp modSp new mod setBg modClrScheme delAnim modAnim delDesignElem chgLayout">
        <pc:chgData name="Roy, Somesh" userId="1acabf4b-f33c-4133-9f27-9eb78ba0ac66" providerId="ADAL" clId="{8A7932B7-C305-40E5-B508-CC22F6115DD4}" dt="2023-07-24T06:12:36.278" v="5419" actId="1076"/>
        <pc:sldMkLst>
          <pc:docMk/>
          <pc:sldMk cId="4235301837" sldId="273"/>
        </pc:sldMkLst>
      </pc:sldChg>
      <pc:sldChg chg="addSp modSp new mod setBg">
        <pc:chgData name="Roy, Somesh" userId="1acabf4b-f33c-4133-9f27-9eb78ba0ac66" providerId="ADAL" clId="{8A7932B7-C305-40E5-B508-CC22F6115DD4}" dt="2023-07-24T06:12:16.660" v="5415" actId="14100"/>
        <pc:sldMkLst>
          <pc:docMk/>
          <pc:sldMk cId="3718634394" sldId="274"/>
        </pc:sldMkLst>
      </pc:sldChg>
      <pc:sldChg chg="add">
        <pc:chgData name="Roy, Somesh" userId="1acabf4b-f33c-4133-9f27-9eb78ba0ac66" providerId="ADAL" clId="{8A7932B7-C305-40E5-B508-CC22F6115DD4}" dt="2023-07-23T06:46:04.497" v="2279"/>
        <pc:sldMkLst>
          <pc:docMk/>
          <pc:sldMk cId="1118311816" sldId="275"/>
        </pc:sldMkLst>
      </pc:sldChg>
      <pc:sldChg chg="add">
        <pc:chgData name="Roy, Somesh" userId="1acabf4b-f33c-4133-9f27-9eb78ba0ac66" providerId="ADAL" clId="{8A7932B7-C305-40E5-B508-CC22F6115DD4}" dt="2023-07-23T06:46:06.024" v="2281"/>
        <pc:sldMkLst>
          <pc:docMk/>
          <pc:sldMk cId="382836062" sldId="276"/>
        </pc:sldMkLst>
      </pc:sldChg>
      <pc:sldChg chg="modSp add del mod">
        <pc:chgData name="Roy, Somesh" userId="1acabf4b-f33c-4133-9f27-9eb78ba0ac66" providerId="ADAL" clId="{8A7932B7-C305-40E5-B508-CC22F6115DD4}" dt="2023-07-24T06:16:01.829" v="5546" actId="47"/>
        <pc:sldMkLst>
          <pc:docMk/>
          <pc:sldMk cId="1998030866" sldId="277"/>
        </pc:sldMkLst>
      </pc:sldChg>
      <pc:sldChg chg="add del">
        <pc:chgData name="Roy, Somesh" userId="1acabf4b-f33c-4133-9f27-9eb78ba0ac66" providerId="ADAL" clId="{8A7932B7-C305-40E5-B508-CC22F6115DD4}" dt="2023-07-24T06:19:04.619" v="5584" actId="47"/>
        <pc:sldMkLst>
          <pc:docMk/>
          <pc:sldMk cId="3158441860" sldId="278"/>
        </pc:sldMkLst>
      </pc:sldChg>
      <pc:sldChg chg="addSp delSp modSp new mod setBg modClrScheme modAnim delDesignElem chgLayout">
        <pc:chgData name="Roy, Somesh" userId="1acabf4b-f33c-4133-9f27-9eb78ba0ac66" providerId="ADAL" clId="{8A7932B7-C305-40E5-B508-CC22F6115DD4}" dt="2023-07-24T06:32:43.547" v="6489" actId="2711"/>
        <pc:sldMkLst>
          <pc:docMk/>
          <pc:sldMk cId="4143896332" sldId="279"/>
        </pc:sldMkLst>
      </pc:sldChg>
      <pc:sldChg chg="add">
        <pc:chgData name="Roy, Somesh" userId="1acabf4b-f33c-4133-9f27-9eb78ba0ac66" providerId="ADAL" clId="{8A7932B7-C305-40E5-B508-CC22F6115DD4}" dt="2023-07-23T06:50:54.583" v="2412"/>
        <pc:sldMkLst>
          <pc:docMk/>
          <pc:sldMk cId="151862332" sldId="280"/>
        </pc:sldMkLst>
      </pc:sldChg>
      <pc:sldChg chg="addSp delSp modSp mod">
        <pc:chgData name="Roy, Somesh" userId="1acabf4b-f33c-4133-9f27-9eb78ba0ac66" providerId="ADAL" clId="{8A7932B7-C305-40E5-B508-CC22F6115DD4}" dt="2023-07-24T06:03:29.394" v="5131" actId="20577"/>
        <pc:sldMkLst>
          <pc:docMk/>
          <pc:sldMk cId="0" sldId="281"/>
        </pc:sldMkLst>
      </pc:sldChg>
      <pc:sldChg chg="modSp mod">
        <pc:chgData name="Roy, Somesh" userId="1acabf4b-f33c-4133-9f27-9eb78ba0ac66" providerId="ADAL" clId="{8A7932B7-C305-40E5-B508-CC22F6115DD4}" dt="2023-07-24T06:07:02.351" v="5360" actId="6549"/>
        <pc:sldMkLst>
          <pc:docMk/>
          <pc:sldMk cId="0" sldId="282"/>
        </pc:sldMkLst>
      </pc:sldChg>
      <pc:sldChg chg="addSp modSp mod modAnim">
        <pc:chgData name="Roy, Somesh" userId="1acabf4b-f33c-4133-9f27-9eb78ba0ac66" providerId="ADAL" clId="{8A7932B7-C305-40E5-B508-CC22F6115DD4}" dt="2023-07-24T06:09:33.154" v="5371"/>
        <pc:sldMkLst>
          <pc:docMk/>
          <pc:sldMk cId="0" sldId="283"/>
        </pc:sldMkLst>
      </pc:sldChg>
      <pc:sldChg chg="del">
        <pc:chgData name="Roy, Somesh" userId="1acabf4b-f33c-4133-9f27-9eb78ba0ac66" providerId="ADAL" clId="{8A7932B7-C305-40E5-B508-CC22F6115DD4}" dt="2023-07-24T06:08:46.195" v="5365" actId="2696"/>
        <pc:sldMkLst>
          <pc:docMk/>
          <pc:sldMk cId="0" sldId="284"/>
        </pc:sldMkLst>
      </pc:sldChg>
      <pc:sldChg chg="del">
        <pc:chgData name="Roy, Somesh" userId="1acabf4b-f33c-4133-9f27-9eb78ba0ac66" providerId="ADAL" clId="{8A7932B7-C305-40E5-B508-CC22F6115DD4}" dt="2023-07-24T06:11:06.405" v="5372" actId="47"/>
        <pc:sldMkLst>
          <pc:docMk/>
          <pc:sldMk cId="0" sldId="285"/>
        </pc:sldMkLst>
      </pc:sldChg>
      <pc:sldChg chg="del mod modShow">
        <pc:chgData name="Roy, Somesh" userId="1acabf4b-f33c-4133-9f27-9eb78ba0ac66" providerId="ADAL" clId="{8A7932B7-C305-40E5-B508-CC22F6115DD4}" dt="2023-07-24T18:54:43.436" v="7550" actId="47"/>
        <pc:sldMkLst>
          <pc:docMk/>
          <pc:sldMk cId="1955131238" sldId="287"/>
        </pc:sldMkLst>
      </pc:sldChg>
      <pc:sldChg chg="addSp delSp modSp new mod ord setBg setFolMasterObjs modClrScheme chgLayout">
        <pc:chgData name="Roy, Somesh" userId="1acabf4b-f33c-4133-9f27-9eb78ba0ac66" providerId="ADAL" clId="{8A7932B7-C305-40E5-B508-CC22F6115DD4}" dt="2023-07-23T22:49:40.551" v="2565" actId="20578"/>
        <pc:sldMkLst>
          <pc:docMk/>
          <pc:sldMk cId="1899486786" sldId="288"/>
        </pc:sldMkLst>
      </pc:sldChg>
      <pc:sldChg chg="addSp modSp new del mod">
        <pc:chgData name="Roy, Somesh" userId="1acabf4b-f33c-4133-9f27-9eb78ba0ac66" providerId="ADAL" clId="{8A7932B7-C305-40E5-B508-CC22F6115DD4}" dt="2023-07-24T01:30:59.348" v="3138" actId="2696"/>
        <pc:sldMkLst>
          <pc:docMk/>
          <pc:sldMk cId="1552155425" sldId="289"/>
        </pc:sldMkLst>
      </pc:sldChg>
      <pc:sldChg chg="addSp delSp modSp add mod setBg setClrOvrMap">
        <pc:chgData name="Roy, Somesh" userId="1acabf4b-f33c-4133-9f27-9eb78ba0ac66" providerId="ADAL" clId="{8A7932B7-C305-40E5-B508-CC22F6115DD4}" dt="2023-07-24T05:22:48.491" v="4025" actId="20577"/>
        <pc:sldMkLst>
          <pc:docMk/>
          <pc:sldMk cId="2969691500" sldId="289"/>
        </pc:sldMkLst>
      </pc:sldChg>
      <pc:sldChg chg="addSp delSp modSp new del mod modClrScheme chgLayout">
        <pc:chgData name="Roy, Somesh" userId="1acabf4b-f33c-4133-9f27-9eb78ba0ac66" providerId="ADAL" clId="{8A7932B7-C305-40E5-B508-CC22F6115DD4}" dt="2023-07-24T05:43:44.128" v="4709" actId="47"/>
        <pc:sldMkLst>
          <pc:docMk/>
          <pc:sldMk cId="2998980541" sldId="290"/>
        </pc:sldMkLst>
      </pc:sldChg>
      <pc:sldChg chg="addSp delSp modSp new mod setBg modClrScheme chgLayout">
        <pc:chgData name="Roy, Somesh" userId="1acabf4b-f33c-4133-9f27-9eb78ba0ac66" providerId="ADAL" clId="{8A7932B7-C305-40E5-B508-CC22F6115DD4}" dt="2023-07-24T05:54:16.952" v="4936" actId="27636"/>
        <pc:sldMkLst>
          <pc:docMk/>
          <pc:sldMk cId="2055005093" sldId="291"/>
        </pc:sldMkLst>
      </pc:sldChg>
      <pc:sldChg chg="addSp delSp modSp new mod setBg">
        <pc:chgData name="Roy, Somesh" userId="1acabf4b-f33c-4133-9f27-9eb78ba0ac66" providerId="ADAL" clId="{8A7932B7-C305-40E5-B508-CC22F6115DD4}" dt="2023-07-24T06:00:42.734" v="5071" actId="21"/>
        <pc:sldMkLst>
          <pc:docMk/>
          <pc:sldMk cId="7928765" sldId="292"/>
        </pc:sldMkLst>
      </pc:sldChg>
      <pc:sldChg chg="add del">
        <pc:chgData name="Roy, Somesh" userId="1acabf4b-f33c-4133-9f27-9eb78ba0ac66" providerId="ADAL" clId="{8A7932B7-C305-40E5-B508-CC22F6115DD4}" dt="2023-07-24T06:02:17.958" v="5081" actId="2696"/>
        <pc:sldMkLst>
          <pc:docMk/>
          <pc:sldMk cId="203914330" sldId="293"/>
        </pc:sldMkLst>
      </pc:sldChg>
      <pc:sldChg chg="addSp delSp modSp add mod setBg">
        <pc:chgData name="Roy, Somesh" userId="1acabf4b-f33c-4133-9f27-9eb78ba0ac66" providerId="ADAL" clId="{8A7932B7-C305-40E5-B508-CC22F6115DD4}" dt="2023-07-24T06:08:40.596" v="5364" actId="26606"/>
        <pc:sldMkLst>
          <pc:docMk/>
          <pc:sldMk cId="3902131348" sldId="293"/>
        </pc:sldMkLst>
      </pc:sldChg>
      <pc:sldChg chg="addSp delSp modSp new mod setBg modClrScheme chgLayout">
        <pc:chgData name="Roy, Somesh" userId="1acabf4b-f33c-4133-9f27-9eb78ba0ac66" providerId="ADAL" clId="{8A7932B7-C305-40E5-B508-CC22F6115DD4}" dt="2023-07-24T06:18:12.018" v="5576" actId="26606"/>
        <pc:sldMkLst>
          <pc:docMk/>
          <pc:sldMk cId="2687646872" sldId="294"/>
        </pc:sldMkLst>
      </pc:sldChg>
      <pc:sldChg chg="addSp delSp modSp new mod setBg">
        <pc:chgData name="Roy, Somesh" userId="1acabf4b-f33c-4133-9f27-9eb78ba0ac66" providerId="ADAL" clId="{8A7932B7-C305-40E5-B508-CC22F6115DD4}" dt="2023-07-24T06:18:57.013" v="5583" actId="948"/>
        <pc:sldMkLst>
          <pc:docMk/>
          <pc:sldMk cId="1442776364" sldId="295"/>
        </pc:sldMkLst>
      </pc:sldChg>
      <pc:sldChg chg="addSp modSp new mod setBg">
        <pc:chgData name="Roy, Somesh" userId="1acabf4b-f33c-4133-9f27-9eb78ba0ac66" providerId="ADAL" clId="{8A7932B7-C305-40E5-B508-CC22F6115DD4}" dt="2023-07-24T06:24:45.468" v="5948" actId="20577"/>
        <pc:sldMkLst>
          <pc:docMk/>
          <pc:sldMk cId="2949696911" sldId="296"/>
        </pc:sldMkLst>
      </pc:sldChg>
      <pc:sldChg chg="addSp modSp new mod ord setBg">
        <pc:chgData name="Roy, Somesh" userId="1acabf4b-f33c-4133-9f27-9eb78ba0ac66" providerId="ADAL" clId="{8A7932B7-C305-40E5-B508-CC22F6115DD4}" dt="2023-07-24T06:52:01.185" v="7452"/>
        <pc:sldMkLst>
          <pc:docMk/>
          <pc:sldMk cId="3448292438" sldId="297"/>
        </pc:sldMkLst>
      </pc:sldChg>
      <pc:sldChg chg="addSp modSp new mod setBg modClrScheme chgLayout">
        <pc:chgData name="Roy, Somesh" userId="1acabf4b-f33c-4133-9f27-9eb78ba0ac66" providerId="ADAL" clId="{8A7932B7-C305-40E5-B508-CC22F6115DD4}" dt="2023-07-24T06:36:27.107" v="6726" actId="26606"/>
        <pc:sldMkLst>
          <pc:docMk/>
          <pc:sldMk cId="2255806145" sldId="298"/>
        </pc:sldMkLst>
      </pc:sldChg>
      <pc:sldChg chg="addSp modSp new mod setBg">
        <pc:chgData name="Roy, Somesh" userId="1acabf4b-f33c-4133-9f27-9eb78ba0ac66" providerId="ADAL" clId="{8A7932B7-C305-40E5-B508-CC22F6115DD4}" dt="2023-07-24T06:52:06.225" v="7453" actId="14100"/>
        <pc:sldMkLst>
          <pc:docMk/>
          <pc:sldMk cId="401749904" sldId="299"/>
        </pc:sldMkLst>
      </pc:sldChg>
      <pc:sldChg chg="addSp delSp modSp new mod setBg modClrScheme modAnim chgLayout">
        <pc:chgData name="Roy, Somesh" userId="1acabf4b-f33c-4133-9f27-9eb78ba0ac66" providerId="ADAL" clId="{8A7932B7-C305-40E5-B508-CC22F6115DD4}" dt="2023-07-24T06:47:44.585" v="7274" actId="14861"/>
        <pc:sldMkLst>
          <pc:docMk/>
          <pc:sldMk cId="1796835271" sldId="300"/>
        </pc:sldMkLst>
      </pc:sldChg>
      <pc:sldChg chg="addSp modSp new mod setBg">
        <pc:chgData name="Roy, Somesh" userId="1acabf4b-f33c-4133-9f27-9eb78ba0ac66" providerId="ADAL" clId="{8A7932B7-C305-40E5-B508-CC22F6115DD4}" dt="2023-07-24T06:49:01.065" v="7448" actId="26606"/>
        <pc:sldMkLst>
          <pc:docMk/>
          <pc:sldMk cId="1005433352" sldId="301"/>
        </pc:sldMkLst>
      </pc:sldChg>
      <pc:sldChg chg="add">
        <pc:chgData name="Roy, Somesh" userId="1acabf4b-f33c-4133-9f27-9eb78ba0ac66" providerId="ADAL" clId="{8A7932B7-C305-40E5-B508-CC22F6115DD4}" dt="2023-07-24T06:51:56.767" v="7450" actId="2890"/>
        <pc:sldMkLst>
          <pc:docMk/>
          <pc:sldMk cId="832012405" sldId="302"/>
        </pc:sldMkLst>
      </pc:sldChg>
      <pc:sldChg chg="add del">
        <pc:chgData name="Roy, Somesh" userId="1acabf4b-f33c-4133-9f27-9eb78ba0ac66" providerId="ADAL" clId="{8A7932B7-C305-40E5-B508-CC22F6115DD4}" dt="2023-07-24T07:03:20.924" v="7549" actId="47"/>
        <pc:sldMkLst>
          <pc:docMk/>
          <pc:sldMk cId="362826507" sldId="303"/>
        </pc:sldMkLst>
      </pc:sldChg>
      <pc:sldMasterChg chg="add addSldLayout">
        <pc:chgData name="Roy, Somesh" userId="1acabf4b-f33c-4133-9f27-9eb78ba0ac66" providerId="ADAL" clId="{8A7932B7-C305-40E5-B508-CC22F6115DD4}" dt="2023-07-23T06:50:54.580" v="2411" actId="27028"/>
        <pc:sldMasterMkLst>
          <pc:docMk/>
          <pc:sldMasterMk cId="0" sldId="2147483651"/>
        </pc:sldMasterMkLst>
        <pc:sldLayoutChg chg="add">
          <pc:chgData name="Roy, Somesh" userId="1acabf4b-f33c-4133-9f27-9eb78ba0ac66" providerId="ADAL" clId="{8A7932B7-C305-40E5-B508-CC22F6115DD4}" dt="2023-07-23T06:50:54.580" v="2411" actId="27028"/>
          <pc:sldLayoutMkLst>
            <pc:docMk/>
            <pc:sldMasterMk cId="0" sldId="2147483651"/>
            <pc:sldLayoutMk cId="0" sldId="2147483649"/>
          </pc:sldLayoutMkLst>
        </pc:sldLayoutChg>
      </pc:sldMasterChg>
      <pc:sldMasterChg chg="replId addSldLayout modSldLayout">
        <pc:chgData name="Roy, Somesh" userId="1acabf4b-f33c-4133-9f27-9eb78ba0ac66" providerId="ADAL" clId="{8A7932B7-C305-40E5-B508-CC22F6115DD4}" dt="2023-07-23T06:50:54.580" v="2411" actId="27028"/>
        <pc:sldMasterMkLst>
          <pc:docMk/>
          <pc:sldMasterMk cId="762613101" sldId="2147483661"/>
        </pc:sldMasterMkLst>
        <pc:sldLayoutChg chg="add">
          <pc:chgData name="Roy, Somesh" userId="1acabf4b-f33c-4133-9f27-9eb78ba0ac66" providerId="ADAL" clId="{8A7932B7-C305-40E5-B508-CC22F6115DD4}" dt="2023-07-23T06:46:04.494" v="2278" actId="27028"/>
          <pc:sldLayoutMkLst>
            <pc:docMk/>
            <pc:sldMasterMk cId="762613101" sldId="2147483661"/>
            <pc:sldLayoutMk cId="3646304819" sldId="2147483660"/>
          </pc:sldLayoutMkLst>
        </pc:sldLayoutChg>
        <pc:sldLayoutChg chg="replId">
          <pc:chgData name="Roy, Somesh" userId="1acabf4b-f33c-4133-9f27-9eb78ba0ac66" providerId="ADAL" clId="{8A7932B7-C305-40E5-B508-CC22F6115DD4}" dt="2023-07-23T06:50:54.580" v="2411" actId="27028"/>
          <pc:sldLayoutMkLst>
            <pc:docMk/>
            <pc:sldMasterMk cId="762613101" sldId="2147483661"/>
            <pc:sldLayoutMk cId="814908719" sldId="2147483662"/>
          </pc:sldLayoutMkLst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D275FB-3023-4CE2-97CF-EB95DA1A3B15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3DC902E-2627-4FE6-93B9-58CFA4FB08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378637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627631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F8BEE-DAA0-FE2A-972E-673458DCD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EBFD66-0B10-3E1C-6389-476089F63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B31B6-7229-5A66-1707-B68AD824EE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650893-92C0-41BB-B843-C71662A9E31B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AE2D8F-B218-28DC-85BA-3F4DC51B23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5FAC332-DA9C-B548-7F32-F2E9017339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CECF6B2-0005-4C32-889D-8E99391D9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0965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9F4DB9-A39A-8A18-155A-4EBBBFD04C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71FEA0-4433-5AB0-4623-362010FBBB3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6CC1799-571E-0ED2-5586-8790B95702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FDF642-009D-4294-9E1E-7F2B05CB1E7C}" type="datetime1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999CB0-03C0-32E2-118B-7EB09D217E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B3C00D-6DDF-A9C6-CEED-BDF859D72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31F9-C159-4852-9A74-0BE793153C8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63163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theme" Target="../theme/theme2.xml"/><Relationship Id="rId2" Type="http://schemas.openxmlformats.org/officeDocument/2006/relationships/slideLayout" Target="../slideLayouts/slideLayout3.xml"/><Relationship Id="rId1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DCC5F88-52DF-CB2A-7465-ADB29846E9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673836E-2F64-2ACA-BF14-C44501E203B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AFCC31-AF4F-60BC-C173-3F6C42443C4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0650893-92C0-41BB-B843-C71662A9E31B}" type="datetimeFigureOut">
              <a:rPr lang="en-US" smtClean="0"/>
              <a:t>7/21/2026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EBD0DAB-A2C6-3E2B-40E4-4F4A9A0D731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6E6CD1-72E5-31A3-84B2-99D43D28EB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CECF6B2-0005-4C32-889D-8E99391D9FF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15942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6FF0D5-BA19-75E2-33AD-A5C9C1B5E2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Let’s play a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52FE0-DB63-C046-1EB4-C48633FF257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7760" y="4636008"/>
            <a:ext cx="6251111" cy="15727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Everyone grab a colored sticky note</a:t>
            </a:r>
          </a:p>
        </p:txBody>
      </p:sp>
      <p:pic>
        <p:nvPicPr>
          <p:cNvPr id="5" name="Picture 4" descr="A stack of dice on a boardgame">
            <a:extLst>
              <a:ext uri="{FF2B5EF4-FFF2-40B4-BE49-F238E27FC236}">
                <a16:creationId xmlns:a16="http://schemas.microsoft.com/office/drawing/2014/main" id="{45B1612D-9B7D-5420-3395-E5BBF96DE8F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190" r="21899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41905E-B56B-DCBB-C0C1-53A1ADB62E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31F9-C159-4852-9A74-0BE793153C8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5806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D22B29-E1F8-1820-72B6-FAD0F5568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42C5DB-F9E9-BD85-2F40-4F92C1B715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Let’s play a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E96B901-7D1C-21D3-E94D-D4DD51A8E5F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7760" y="4636008"/>
            <a:ext cx="6251111" cy="15727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Everyone write your name on a sticky note and then place it on the paper in the next empty box</a:t>
            </a:r>
          </a:p>
        </p:txBody>
      </p:sp>
      <p:pic>
        <p:nvPicPr>
          <p:cNvPr id="5" name="Picture 4" descr="A stack of dice on a boardgame">
            <a:extLst>
              <a:ext uri="{FF2B5EF4-FFF2-40B4-BE49-F238E27FC236}">
                <a16:creationId xmlns:a16="http://schemas.microsoft.com/office/drawing/2014/main" id="{210C529F-E339-2F2A-F71E-3C4DF799C67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190" r="21899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A047C-40C2-3CA3-598E-AC5C9775C5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31F9-C159-4852-9A74-0BE793153C8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7993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D6BDCA-090F-DA44-EC64-4CCAE888C5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FFA0F8-919A-5628-C8BA-BC2ED90059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97762" y="640080"/>
            <a:ext cx="6251110" cy="3566160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5400"/>
              <a:t>Let’s play a game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F81375-11D7-A626-AD39-8DE87DA454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297760" y="4636008"/>
            <a:ext cx="6251111" cy="1572768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dirty="0">
                <a:solidFill>
                  <a:schemeClr val="tx1"/>
                </a:solidFill>
              </a:rPr>
              <a:t>When it is your turn, put your sticky note in the box</a:t>
            </a:r>
          </a:p>
        </p:txBody>
      </p:sp>
      <p:pic>
        <p:nvPicPr>
          <p:cNvPr id="5" name="Picture 4" descr="A stack of dice on a boardgame">
            <a:extLst>
              <a:ext uri="{FF2B5EF4-FFF2-40B4-BE49-F238E27FC236}">
                <a16:creationId xmlns:a16="http://schemas.microsoft.com/office/drawing/2014/main" id="{A37C4DA1-0958-3E25-93D6-C0A69E3D4C93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190" r="21899"/>
          <a:stretch/>
        </p:blipFill>
        <p:spPr>
          <a:xfrm>
            <a:off x="1" y="10"/>
            <a:ext cx="4657344" cy="6857990"/>
          </a:xfrm>
          <a:custGeom>
            <a:avLst/>
            <a:gdLst/>
            <a:ahLst/>
            <a:cxnLst/>
            <a:rect l="l" t="t" r="r" b="b"/>
            <a:pathLst>
              <a:path w="4657344" h="6858000">
                <a:moveTo>
                  <a:pt x="0" y="0"/>
                </a:moveTo>
                <a:lnTo>
                  <a:pt x="3429755" y="0"/>
                </a:lnTo>
                <a:lnTo>
                  <a:pt x="3526016" y="148742"/>
                </a:lnTo>
                <a:cubicBezTo>
                  <a:pt x="3657740" y="365513"/>
                  <a:pt x="3777402" y="589569"/>
                  <a:pt x="3886489" y="819975"/>
                </a:cubicBezTo>
                <a:cubicBezTo>
                  <a:pt x="3891856" y="833492"/>
                  <a:pt x="3900663" y="845393"/>
                  <a:pt x="3912049" y="854514"/>
                </a:cubicBezTo>
                <a:cubicBezTo>
                  <a:pt x="3897352" y="819849"/>
                  <a:pt x="3883037" y="784928"/>
                  <a:pt x="3868083" y="750263"/>
                </a:cubicBezTo>
                <a:cubicBezTo>
                  <a:pt x="3806989" y="608712"/>
                  <a:pt x="3742478" y="469145"/>
                  <a:pt x="3674155" y="331786"/>
                </a:cubicBezTo>
                <a:lnTo>
                  <a:pt x="3496656" y="0"/>
                </a:lnTo>
                <a:lnTo>
                  <a:pt x="3554371" y="0"/>
                </a:lnTo>
                <a:lnTo>
                  <a:pt x="3661621" y="196614"/>
                </a:lnTo>
                <a:cubicBezTo>
                  <a:pt x="3856899" y="573253"/>
                  <a:pt x="4021071" y="966066"/>
                  <a:pt x="4161279" y="1371196"/>
                </a:cubicBezTo>
                <a:cubicBezTo>
                  <a:pt x="4379525" y="2007265"/>
                  <a:pt x="4530141" y="2664286"/>
                  <a:pt x="4610660" y="3331516"/>
                </a:cubicBezTo>
                <a:cubicBezTo>
                  <a:pt x="4652837" y="3672965"/>
                  <a:pt x="4671625" y="4013908"/>
                  <a:pt x="4645040" y="4357388"/>
                </a:cubicBezTo>
                <a:cubicBezTo>
                  <a:pt x="4613599" y="4758899"/>
                  <a:pt x="4566181" y="5157998"/>
                  <a:pt x="4485789" y="5552906"/>
                </a:cubicBezTo>
                <a:cubicBezTo>
                  <a:pt x="4397121" y="5988893"/>
                  <a:pt x="4276748" y="6414594"/>
                  <a:pt x="4117769" y="6828295"/>
                </a:cubicBezTo>
                <a:lnTo>
                  <a:pt x="4105288" y="6858000"/>
                </a:lnTo>
                <a:lnTo>
                  <a:pt x="4052520" y="6858000"/>
                </a:lnTo>
                <a:lnTo>
                  <a:pt x="4059369" y="6841549"/>
                </a:lnTo>
                <a:cubicBezTo>
                  <a:pt x="4147276" y="6614016"/>
                  <a:pt x="4224193" y="6380817"/>
                  <a:pt x="4291518" y="6142729"/>
                </a:cubicBezTo>
                <a:cubicBezTo>
                  <a:pt x="4350055" y="5935370"/>
                  <a:pt x="4393256" y="5723695"/>
                  <a:pt x="4443357" y="5513923"/>
                </a:cubicBezTo>
                <a:cubicBezTo>
                  <a:pt x="4444541" y="5502788"/>
                  <a:pt x="4445137" y="5491601"/>
                  <a:pt x="4445146" y="5480401"/>
                </a:cubicBezTo>
                <a:cubicBezTo>
                  <a:pt x="4408465" y="5607635"/>
                  <a:pt x="4379196" y="5719759"/>
                  <a:pt x="4344559" y="5830359"/>
                </a:cubicBezTo>
                <a:cubicBezTo>
                  <a:pt x="4254261" y="6118381"/>
                  <a:pt x="4150112" y="6398531"/>
                  <a:pt x="4031702" y="6670527"/>
                </a:cubicBezTo>
                <a:lnTo>
                  <a:pt x="3943824" y="6858000"/>
                </a:lnTo>
                <a:lnTo>
                  <a:pt x="0" y="6858000"/>
                </a:lnTo>
                <a:close/>
              </a:path>
            </a:pathLst>
          </a:custGeom>
        </p:spPr>
      </p:pic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753F7D-4321-0F56-EE49-C9CD0B0AB3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C731F9-C159-4852-9A74-0BE793153C8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6339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3" name="Slide Background">
            <a:extLst>
              <a:ext uri="{FF2B5EF4-FFF2-40B4-BE49-F238E27FC236}">
                <a16:creationId xmlns:a16="http://schemas.microsoft.com/office/drawing/2014/main" id="{9F7D5CDA-D291-4307-BF55-1381FED296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744CC3-EFAC-239F-00F1-8E6243BDA6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650" y="381001"/>
            <a:ext cx="5334197" cy="932985"/>
          </a:xfrm>
        </p:spPr>
        <p:txBody>
          <a:bodyPr anchor="ctr">
            <a:normAutofit/>
          </a:bodyPr>
          <a:lstStyle/>
          <a:p>
            <a:r>
              <a:rPr lang="en-US" sz="4000" dirty="0"/>
              <a:t>Closure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5912AF-8F0F-7EC8-F6BE-77EF3A6D06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9502" y="1694986"/>
            <a:ext cx="5616495" cy="4545094"/>
          </a:xfrm>
        </p:spPr>
        <p:txBody>
          <a:bodyPr anchor="ctr">
            <a:normAutofit lnSpcReduction="10000"/>
          </a:bodyPr>
          <a:lstStyle/>
          <a:p>
            <a:r>
              <a:rPr lang="en-US" sz="2000" dirty="0"/>
              <a:t>We learned about logical operators and conditional statements</a:t>
            </a:r>
          </a:p>
          <a:p>
            <a:r>
              <a:rPr lang="en-US" sz="2000" dirty="0"/>
              <a:t>We saw how we can store a series of data using lists</a:t>
            </a:r>
          </a:p>
          <a:p>
            <a:r>
              <a:rPr lang="en-US" sz="2000" dirty="0"/>
              <a:t>We learned to automate using loops</a:t>
            </a:r>
          </a:p>
          <a:p>
            <a:r>
              <a:rPr lang="en-US" sz="2000" dirty="0"/>
              <a:t>And, we used functions to reduce repetitive works</a:t>
            </a:r>
          </a:p>
          <a:p>
            <a:endParaRPr lang="en-US" sz="2000" dirty="0"/>
          </a:p>
          <a:p>
            <a:endParaRPr lang="en-US" sz="2000" dirty="0"/>
          </a:p>
          <a:p>
            <a:r>
              <a:rPr lang="en-US" sz="2000" dirty="0"/>
              <a:t>Tomorrow, we will work with modules (a large set of specific in-built functions that can be used in our code)</a:t>
            </a:r>
          </a:p>
          <a:p>
            <a:r>
              <a:rPr lang="en-US" sz="2000" dirty="0"/>
              <a:t>And we will see how to visualize our data</a:t>
            </a:r>
          </a:p>
        </p:txBody>
      </p:sp>
      <p:pic>
        <p:nvPicPr>
          <p:cNvPr id="16" name="Picture 15" descr="Illuminated server room panel">
            <a:extLst>
              <a:ext uri="{FF2B5EF4-FFF2-40B4-BE49-F238E27FC236}">
                <a16:creationId xmlns:a16="http://schemas.microsoft.com/office/drawing/2014/main" id="{AD183D34-676A-6AAA-AE79-3B2176B328B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0716" r="27448" b="-1"/>
          <a:stretch>
            <a:fillRect/>
          </a:stretch>
        </p:blipFill>
        <p:spPr>
          <a:xfrm>
            <a:off x="6857797" y="-10886"/>
            <a:ext cx="5334204" cy="6868886"/>
          </a:xfrm>
          <a:prstGeom prst="rect">
            <a:avLst/>
          </a:prstGeom>
          <a:effectLst>
            <a:outerShdw blurRad="127000" dist="50800" dir="10800000" sx="99000" sy="99000" algn="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26395431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2BDE738B-1774-6B53-2813-EACD02D642D9}"/>
              </a:ext>
            </a:extLst>
          </p:cNvPr>
          <p:cNvGrpSpPr/>
          <p:nvPr/>
        </p:nvGrpSpPr>
        <p:grpSpPr>
          <a:xfrm>
            <a:off x="740416" y="643466"/>
            <a:ext cx="10711167" cy="5571067"/>
            <a:chOff x="3488501" y="1313307"/>
            <a:chExt cx="4924083" cy="3325813"/>
          </a:xfrm>
        </p:grpSpPr>
        <p:pic>
          <p:nvPicPr>
            <p:cNvPr id="3" name="Content Placeholder 4" descr="A picture containing night sky&#10;&#10;Description automatically generated">
              <a:extLst>
                <a:ext uri="{FF2B5EF4-FFF2-40B4-BE49-F238E27FC236}">
                  <a16:creationId xmlns:a16="http://schemas.microsoft.com/office/drawing/2014/main" id="{C4126C74-FF6C-416C-4B75-83B6732CC1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8501" y="1313307"/>
              <a:ext cx="4924083" cy="3325813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E33A0AD-589E-CB05-6212-03F996648B16}"/>
                </a:ext>
              </a:extLst>
            </p:cNvPr>
            <p:cNvSpPr txBox="1"/>
            <p:nvPr/>
          </p:nvSpPr>
          <p:spPr>
            <a:xfrm>
              <a:off x="3760297" y="4016059"/>
              <a:ext cx="4647103" cy="27499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 defTabSz="804672">
                <a:spcAft>
                  <a:spcPts val="600"/>
                </a:spcAft>
              </a:pPr>
              <a:r>
                <a:rPr lang="en-US" sz="2464" kern="1200">
                  <a:solidFill>
                    <a:srgbClr val="FFFF00"/>
                  </a:solidFill>
                  <a:latin typeface="+mn-lt"/>
                  <a:ea typeface="+mn-ea"/>
                  <a:cs typeface="+mn-cs"/>
                </a:rPr>
                <a:t>6 Dec 1952, London at 2 pm</a:t>
              </a:r>
              <a:endParaRPr lang="en-US" sz="2800">
                <a:solidFill>
                  <a:srgbClr val="FFFF00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84394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1C10C8CC-62AB-2B0B-0CD4-D1315BB6B1B2}"/>
              </a:ext>
            </a:extLst>
          </p:cNvPr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pic>
          <p:nvPicPr>
            <p:cNvPr id="2" name="Image 0" descr="preencoded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0" y="0"/>
              <a:ext cx="12192000" cy="6807573"/>
            </a:xfrm>
            <a:prstGeom prst="rect">
              <a:avLst/>
            </a:prstGeom>
          </p:spPr>
        </p:pic>
        <p:sp>
          <p:nvSpPr>
            <p:cNvPr id="3" name="Shape 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solidFill>
              <a:srgbClr val="FFFFFF">
                <a:alpha val="75000"/>
              </a:srgbClr>
            </a:solidFill>
            <a:ln w="7620">
              <a:solidFill>
                <a:srgbClr val="FFFFFF">
                  <a:alpha val="64000"/>
                </a:srgbClr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 1"/>
            <p:cNvSpPr/>
            <p:nvPr/>
          </p:nvSpPr>
          <p:spPr>
            <a:xfrm>
              <a:off x="694333" y="1654027"/>
              <a:ext cx="5130800" cy="597337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defTabSz="761970">
                <a:lnSpc>
                  <a:spcPts val="4738"/>
                </a:lnSpc>
              </a:pPr>
              <a:r>
                <a:rPr lang="en-US" sz="3645">
                  <a:solidFill>
                    <a:srgbClr val="312F2B"/>
                  </a:solidFill>
                  <a:latin typeface="Calisto MT" panose="02040603050505030304" pitchFamily="18" charset="77"/>
                  <a:ea typeface="Georgia" pitchFamily="34" charset="-122"/>
                  <a:cs typeface="Georgia" pitchFamily="34" charset="-120"/>
                </a:rPr>
                <a:t>Air Quality Index (AQI)</a:t>
              </a:r>
              <a:endParaRPr lang="en-US" sz="3645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5" name="Shape 2"/>
            <p:cNvSpPr/>
            <p:nvPr/>
          </p:nvSpPr>
          <p:spPr>
            <a:xfrm>
              <a:off x="694332" y="2655663"/>
              <a:ext cx="3477717" cy="2497785"/>
            </a:xfrm>
            <a:prstGeom prst="roundRect">
              <a:avLst>
                <a:gd name="adj" fmla="val 1830"/>
              </a:avLst>
            </a:prstGeom>
            <a:solidFill>
              <a:srgbClr val="E8E8E3"/>
            </a:solidFill>
            <a:ln w="7620">
              <a:solidFill>
                <a:srgbClr val="D1D1C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" name="Text 3"/>
            <p:cNvSpPr/>
            <p:nvPr/>
          </p:nvSpPr>
          <p:spPr>
            <a:xfrm>
              <a:off x="885825" y="2845747"/>
              <a:ext cx="1851620" cy="298619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defTabSz="761970">
                <a:lnSpc>
                  <a:spcPts val="2369"/>
                </a:lnSpc>
              </a:pPr>
              <a:r>
                <a:rPr lang="en-US" sz="1822">
                  <a:solidFill>
                    <a:srgbClr val="272525"/>
                  </a:solidFill>
                  <a:latin typeface="Calisto MT" panose="02040603050505030304" pitchFamily="18" charset="77"/>
                  <a:ea typeface="Georgia" pitchFamily="34" charset="-122"/>
                  <a:cs typeface="Georgia" pitchFamily="34" charset="-120"/>
                </a:rPr>
                <a:t>Definition</a:t>
              </a:r>
              <a:endParaRPr lang="en-US" sz="1822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7" name="Text 4"/>
            <p:cNvSpPr/>
            <p:nvPr/>
          </p:nvSpPr>
          <p:spPr>
            <a:xfrm>
              <a:off x="885825" y="3309729"/>
              <a:ext cx="3094732" cy="1653633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defTabSz="761970">
                <a:lnSpc>
                  <a:spcPts val="2624"/>
                </a:lnSpc>
              </a:pPr>
              <a:r>
                <a:rPr lang="en-US" sz="1458">
                  <a:solidFill>
                    <a:srgbClr val="272525"/>
                  </a:solidFill>
                  <a:latin typeface="Calisto MT" panose="02040603050505030304" pitchFamily="18" charset="77"/>
                  <a:ea typeface="Lato" pitchFamily="34" charset="-122"/>
                  <a:cs typeface="Lato" pitchFamily="34" charset="-120"/>
                </a:rPr>
                <a:t>The AQI is an index used to indicate how polluted the air is in a certain location. It takes into account several air pollutants deemed harmful to human health.</a:t>
              </a:r>
              <a:endParaRPr lang="en-US" sz="1458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8" name="Shape 5"/>
            <p:cNvSpPr/>
            <p:nvPr/>
          </p:nvSpPr>
          <p:spPr>
            <a:xfrm>
              <a:off x="4357192" y="2655663"/>
              <a:ext cx="3477717" cy="2497785"/>
            </a:xfrm>
            <a:prstGeom prst="roundRect">
              <a:avLst>
                <a:gd name="adj" fmla="val 1830"/>
              </a:avLst>
            </a:prstGeom>
            <a:solidFill>
              <a:srgbClr val="E8E8E3"/>
            </a:solidFill>
            <a:ln w="7620">
              <a:solidFill>
                <a:srgbClr val="D1D1C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" name="Text 6"/>
            <p:cNvSpPr/>
            <p:nvPr/>
          </p:nvSpPr>
          <p:spPr>
            <a:xfrm>
              <a:off x="4548683" y="2845747"/>
              <a:ext cx="1851620" cy="298619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defTabSz="761970">
                <a:lnSpc>
                  <a:spcPts val="2369"/>
                </a:lnSpc>
              </a:pPr>
              <a:r>
                <a:rPr lang="en-US" sz="1822">
                  <a:solidFill>
                    <a:srgbClr val="272525"/>
                  </a:solidFill>
                  <a:latin typeface="Calisto MT" panose="02040603050505030304" pitchFamily="18" charset="77"/>
                  <a:ea typeface="Georgia" pitchFamily="34" charset="-122"/>
                  <a:cs typeface="Georgia" pitchFamily="34" charset="-120"/>
                </a:rPr>
                <a:t>Units of Measure</a:t>
              </a:r>
              <a:endParaRPr lang="en-US" sz="1822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10" name="Text 7"/>
            <p:cNvSpPr/>
            <p:nvPr/>
          </p:nvSpPr>
          <p:spPr>
            <a:xfrm>
              <a:off x="4548683" y="3309729"/>
              <a:ext cx="3094732" cy="1322907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defTabSz="761970">
                <a:lnSpc>
                  <a:spcPts val="2624"/>
                </a:lnSpc>
              </a:pPr>
              <a:r>
                <a:rPr lang="en-US" sz="1458">
                  <a:solidFill>
                    <a:srgbClr val="272525"/>
                  </a:solidFill>
                  <a:latin typeface="Calisto MT" panose="02040603050505030304" pitchFamily="18" charset="77"/>
                  <a:ea typeface="Lato" pitchFamily="34" charset="-122"/>
                  <a:cs typeface="Lato" pitchFamily="34" charset="-120"/>
                </a:rPr>
                <a:t>AQI values range from 0 to 500. A low number means the air quality is good while a high number indicates serious health risks.</a:t>
              </a:r>
              <a:endParaRPr lang="en-US" sz="1458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11" name="Shape 8"/>
            <p:cNvSpPr/>
            <p:nvPr/>
          </p:nvSpPr>
          <p:spPr>
            <a:xfrm>
              <a:off x="8020050" y="2655663"/>
              <a:ext cx="3477717" cy="2497785"/>
            </a:xfrm>
            <a:prstGeom prst="roundRect">
              <a:avLst>
                <a:gd name="adj" fmla="val 1830"/>
              </a:avLst>
            </a:prstGeom>
            <a:solidFill>
              <a:srgbClr val="E8E8E3"/>
            </a:solidFill>
            <a:ln w="7620">
              <a:solidFill>
                <a:srgbClr val="D1D1C7"/>
              </a:solidFill>
              <a:prstDash val="solid"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Text 9"/>
            <p:cNvSpPr/>
            <p:nvPr/>
          </p:nvSpPr>
          <p:spPr>
            <a:xfrm>
              <a:off x="8211543" y="2845747"/>
              <a:ext cx="1851620" cy="298619"/>
            </a:xfrm>
            <a:prstGeom prst="rect">
              <a:avLst/>
            </a:prstGeom>
            <a:noFill/>
            <a:ln/>
          </p:spPr>
          <p:txBody>
            <a:bodyPr wrap="none" rtlCol="0" anchor="t"/>
            <a:lstStyle/>
            <a:p>
              <a:pPr defTabSz="761970">
                <a:lnSpc>
                  <a:spcPts val="2369"/>
                </a:lnSpc>
              </a:pPr>
              <a:r>
                <a:rPr lang="en-US" sz="1822">
                  <a:solidFill>
                    <a:srgbClr val="272525"/>
                  </a:solidFill>
                  <a:latin typeface="Calisto MT" panose="02040603050505030304" pitchFamily="18" charset="77"/>
                  <a:ea typeface="Georgia" pitchFamily="34" charset="-122"/>
                  <a:cs typeface="Georgia" pitchFamily="34" charset="-120"/>
                </a:rPr>
                <a:t>Reporting</a:t>
              </a:r>
              <a:endParaRPr lang="en-US" sz="1822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  <p:sp>
          <p:nvSpPr>
            <p:cNvPr id="13" name="Text 10"/>
            <p:cNvSpPr/>
            <p:nvPr/>
          </p:nvSpPr>
          <p:spPr>
            <a:xfrm>
              <a:off x="8211542" y="3309729"/>
              <a:ext cx="3094732" cy="1322907"/>
            </a:xfrm>
            <a:prstGeom prst="rect">
              <a:avLst/>
            </a:prstGeom>
            <a:noFill/>
            <a:ln/>
          </p:spPr>
          <p:txBody>
            <a:bodyPr wrap="square" rtlCol="0" anchor="t"/>
            <a:lstStyle/>
            <a:p>
              <a:pPr defTabSz="761970">
                <a:lnSpc>
                  <a:spcPts val="2624"/>
                </a:lnSpc>
              </a:pPr>
              <a:r>
                <a:rPr lang="en-US" sz="1458">
                  <a:solidFill>
                    <a:srgbClr val="272525"/>
                  </a:solidFill>
                  <a:latin typeface="Calisto MT" panose="02040603050505030304" pitchFamily="18" charset="77"/>
                  <a:ea typeface="Lato" pitchFamily="34" charset="-122"/>
                  <a:cs typeface="Lato" pitchFamily="34" charset="-120"/>
                </a:rPr>
                <a:t>AQI is reported in real-time on environmental agencies' websites and apps, and it's usually color-coded to indicate how hazardous it is.</a:t>
              </a:r>
              <a:endParaRPr lang="en-US" sz="1458">
                <a:solidFill>
                  <a:prstClr val="black"/>
                </a:solidFill>
                <a:latin typeface="Calisto MT" panose="02040603050505030304" pitchFamily="18" charset="77"/>
              </a:endParaRP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FFC5A0A7-25FD-4AD2-31B1-A968D2968C43}"/>
              </a:ext>
            </a:extLst>
          </p:cNvPr>
          <p:cNvGrpSpPr/>
          <p:nvPr/>
        </p:nvGrpSpPr>
        <p:grpSpPr>
          <a:xfrm>
            <a:off x="8779715" y="25225"/>
            <a:ext cx="3386667" cy="1952625"/>
            <a:chOff x="3483317" y="1336577"/>
            <a:chExt cx="4924083" cy="3325813"/>
          </a:xfrm>
        </p:grpSpPr>
        <p:pic>
          <p:nvPicPr>
            <p:cNvPr id="16" name="Content Placeholder 4" descr="A picture containing night sky&#10;&#10;Description automatically generated">
              <a:extLst>
                <a:ext uri="{FF2B5EF4-FFF2-40B4-BE49-F238E27FC236}">
                  <a16:creationId xmlns:a16="http://schemas.microsoft.com/office/drawing/2014/main" id="{B5B00FEE-43E6-3490-F679-BED4018F4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483317" y="1336577"/>
              <a:ext cx="4924083" cy="3325813"/>
            </a:xfrm>
            <a:prstGeom prst="rect">
              <a:avLst/>
            </a:prstGeom>
          </p:spPr>
        </p:pic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D5729A30-C168-E518-AEF2-3A18A258FAE4}"/>
                </a:ext>
              </a:extLst>
            </p:cNvPr>
            <p:cNvSpPr txBox="1"/>
            <p:nvPr/>
          </p:nvSpPr>
          <p:spPr>
            <a:xfrm>
              <a:off x="3760297" y="4016059"/>
              <a:ext cx="4647103" cy="5766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600" dirty="0">
                  <a:solidFill>
                    <a:srgbClr val="FFFF00"/>
                  </a:solidFill>
                </a:rPr>
                <a:t>6 Dec 1952, London at 2 pm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0757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>
              <a:alpha val="75000"/>
            </a:srgbClr>
          </a:solidFill>
          <a:ln w="7620">
            <a:solidFill>
              <a:srgbClr val="FFFFFF">
                <a:alpha val="6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485973" y="1355802"/>
            <a:ext cx="3365500" cy="418087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3317"/>
              </a:lnSpc>
            </a:pPr>
            <a:r>
              <a:rPr lang="en-US" sz="3600">
                <a:solidFill>
                  <a:srgbClr val="312F2B"/>
                </a:solidFill>
                <a:latin typeface="Calisto MT" panose="02040603050505030304" pitchFamily="18" charset="77"/>
                <a:ea typeface="Georgia" pitchFamily="34" charset="-122"/>
                <a:cs typeface="Georgia" pitchFamily="34" charset="-120"/>
              </a:rPr>
              <a:t>The Importance of AQI</a:t>
            </a:r>
            <a:endParaRPr lang="en-US" sz="3600">
              <a:latin typeface="Calisto MT" panose="02040603050505030304" pitchFamily="18" charset="77"/>
            </a:endParaRPr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973" y="2056947"/>
            <a:ext cx="3610372" cy="2214923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485974" y="4432606"/>
            <a:ext cx="1296094" cy="20899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1658"/>
              </a:lnSpc>
            </a:pPr>
            <a:r>
              <a:rPr lang="en-US">
                <a:solidFill>
                  <a:srgbClr val="312F2B"/>
                </a:solidFill>
                <a:latin typeface="Calisto MT" panose="02040603050505030304" pitchFamily="18" charset="77"/>
                <a:ea typeface="Georgia" pitchFamily="34" charset="-122"/>
                <a:cs typeface="Georgia" pitchFamily="34" charset="-120"/>
              </a:rPr>
              <a:t>Health</a:t>
            </a:r>
            <a:endParaRPr lang="en-US">
              <a:latin typeface="Calisto MT" panose="02040603050505030304" pitchFamily="18" charset="77"/>
            </a:endParaRPr>
          </a:p>
        </p:txBody>
      </p:sp>
      <p:sp>
        <p:nvSpPr>
          <p:cNvPr id="7" name="Text 3"/>
          <p:cNvSpPr/>
          <p:nvPr/>
        </p:nvSpPr>
        <p:spPr>
          <a:xfrm>
            <a:off x="485973" y="4757325"/>
            <a:ext cx="3610372" cy="69434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837"/>
              </a:lnSpc>
            </a:pPr>
            <a:r>
              <a:rPr lang="en-US" sz="1400">
                <a:solidFill>
                  <a:srgbClr val="272525"/>
                </a:solidFill>
                <a:latin typeface="Calisto MT" panose="02040603050505030304" pitchFamily="18" charset="77"/>
                <a:ea typeface="Lato" pitchFamily="34" charset="-122"/>
                <a:cs typeface="Lato" pitchFamily="34" charset="-120"/>
              </a:rPr>
              <a:t>AQI is crucial to safeguarding public health as high AQI indicate polluted air and can cause respiratory diseases and other chronic illnesses.</a:t>
            </a:r>
            <a:endParaRPr lang="en-US" sz="1400">
              <a:latin typeface="Calisto MT" panose="02040603050505030304" pitchFamily="18" charset="77"/>
            </a:endParaRPr>
          </a:p>
        </p:txBody>
      </p:sp>
      <p:pic>
        <p:nvPicPr>
          <p:cNvPr id="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90715" y="2056947"/>
            <a:ext cx="3610471" cy="2215023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4290716" y="4432704"/>
            <a:ext cx="1296094" cy="20899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1658"/>
              </a:lnSpc>
            </a:pPr>
            <a:r>
              <a:rPr lang="en-US">
                <a:solidFill>
                  <a:srgbClr val="312F2B"/>
                </a:solidFill>
                <a:latin typeface="Calisto MT" panose="02040603050505030304" pitchFamily="18" charset="77"/>
                <a:ea typeface="Georgia" pitchFamily="34" charset="-122"/>
                <a:cs typeface="Georgia" pitchFamily="34" charset="-120"/>
              </a:rPr>
              <a:t>Economic</a:t>
            </a:r>
            <a:endParaRPr lang="en-US">
              <a:latin typeface="Calisto MT" panose="02040603050505030304" pitchFamily="18" charset="77"/>
            </a:endParaRPr>
          </a:p>
        </p:txBody>
      </p:sp>
      <p:sp>
        <p:nvSpPr>
          <p:cNvPr id="10" name="Text 5"/>
          <p:cNvSpPr/>
          <p:nvPr/>
        </p:nvSpPr>
        <p:spPr>
          <a:xfrm>
            <a:off x="4290715" y="4757423"/>
            <a:ext cx="3610471" cy="4628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837"/>
              </a:lnSpc>
            </a:pPr>
            <a:r>
              <a:rPr lang="en-US" sz="1400">
                <a:solidFill>
                  <a:srgbClr val="272525"/>
                </a:solidFill>
                <a:latin typeface="Calisto MT" panose="02040603050505030304" pitchFamily="18" charset="77"/>
                <a:ea typeface="Lato" pitchFamily="34" charset="-122"/>
                <a:cs typeface="Lato" pitchFamily="34" charset="-120"/>
              </a:rPr>
              <a:t>AQI has an immense effect on economies, as polluted cities receive fewer tourists and have higher healthcare costs.</a:t>
            </a:r>
            <a:endParaRPr lang="en-US" sz="1400">
              <a:latin typeface="Calisto MT" panose="02040603050505030304" pitchFamily="18" charset="77"/>
            </a:endParaRPr>
          </a:p>
        </p:txBody>
      </p:sp>
      <p:pic>
        <p:nvPicPr>
          <p:cNvPr id="1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95556" y="2056947"/>
            <a:ext cx="3610471" cy="2215023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8095556" y="4432704"/>
            <a:ext cx="1296094" cy="208994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1658"/>
              </a:lnSpc>
            </a:pPr>
            <a:r>
              <a:rPr lang="en-US">
                <a:solidFill>
                  <a:srgbClr val="312F2B"/>
                </a:solidFill>
                <a:latin typeface="Calisto MT" panose="02040603050505030304" pitchFamily="18" charset="77"/>
                <a:ea typeface="Georgia" pitchFamily="34" charset="-122"/>
                <a:cs typeface="Georgia" pitchFamily="34" charset="-120"/>
              </a:rPr>
              <a:t>Environment</a:t>
            </a:r>
            <a:endParaRPr lang="en-US">
              <a:latin typeface="Calisto MT" panose="02040603050505030304" pitchFamily="18" charset="77"/>
            </a:endParaRPr>
          </a:p>
        </p:txBody>
      </p:sp>
      <p:sp>
        <p:nvSpPr>
          <p:cNvPr id="13" name="Text 7"/>
          <p:cNvSpPr/>
          <p:nvPr/>
        </p:nvSpPr>
        <p:spPr>
          <a:xfrm>
            <a:off x="8095556" y="4757423"/>
            <a:ext cx="3610471" cy="462899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1837"/>
              </a:lnSpc>
            </a:pPr>
            <a:r>
              <a:rPr lang="en-US" sz="1400">
                <a:solidFill>
                  <a:srgbClr val="272525"/>
                </a:solidFill>
                <a:latin typeface="Calisto MT" panose="02040603050505030304" pitchFamily="18" charset="77"/>
                <a:ea typeface="Lato" pitchFamily="34" charset="-122"/>
                <a:cs typeface="Lato" pitchFamily="34" charset="-120"/>
              </a:rPr>
              <a:t>Although AQI is a metric based on public health, it’s connection to pollutants mean high AQI will harm the ecosystem and the climate.</a:t>
            </a:r>
            <a:endParaRPr lang="en-US" sz="1400">
              <a:latin typeface="Calisto MT" panose="02040603050505030304" pitchFamily="18" charset="77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5E3E24-509D-E4E1-D8BC-E1DA09CA05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5512358" cy="1325563"/>
          </a:xfrm>
        </p:spPr>
        <p:txBody>
          <a:bodyPr>
            <a:normAutofit fontScale="90000"/>
          </a:bodyPr>
          <a:lstStyle/>
          <a:p>
            <a:r>
              <a:rPr lang="en-US" dirty="0"/>
              <a:t>Last week we were under an air quality alert!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A94EC2AB-4296-35D0-7C3A-61C955AFF7E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94717" y="2117174"/>
            <a:ext cx="5799323" cy="3185436"/>
          </a:xfr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D6437FC-BF2B-BBD2-0EDE-0FEA914D12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39232" y="102581"/>
            <a:ext cx="5113463" cy="6652837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E5BE4E18-CADF-8014-BFC3-5238A81A4836}"/>
              </a:ext>
            </a:extLst>
          </p:cNvPr>
          <p:cNvSpPr/>
          <p:nvPr/>
        </p:nvSpPr>
        <p:spPr>
          <a:xfrm>
            <a:off x="6639233" y="864158"/>
            <a:ext cx="4514438" cy="442128"/>
          </a:xfrm>
          <a:prstGeom prst="rect">
            <a:avLst/>
          </a:prstGeom>
          <a:noFill/>
          <a:ln w="5715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527997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C4879EFC-8E62-4E00-973C-C45EE9EC67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9A5B8BD-DF01-044B-C37E-0E8B21A4D5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7200"/>
            <a:ext cx="10909640" cy="1368614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dirty="0"/>
              <a:t>We had a high AQI</a:t>
            </a:r>
          </a:p>
        </p:txBody>
      </p:sp>
      <p:sp>
        <p:nvSpPr>
          <p:cNvPr id="14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1850683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5A770E0-A069-5FC4-7A9E-EF4C1DEEE5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6947" y="2546430"/>
            <a:ext cx="3610880" cy="32497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2DB1401-39CB-D1B9-45FE-E7A3827DF6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18077" y="2674446"/>
            <a:ext cx="7881947" cy="28177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5544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Freeform: Shape 3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38" name="Isosceles Triangle 3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C6AD9238-36FE-8688-48DE-A1BBF5C85A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3467" y="1302512"/>
            <a:ext cx="10905066" cy="4252975"/>
          </a:xfrm>
          <a:prstGeom prst="rect">
            <a:avLst/>
          </a:prstGeom>
          <a:ln>
            <a:noFill/>
          </a:ln>
        </p:spPr>
      </p:pic>
      <p:sp>
        <p:nvSpPr>
          <p:cNvPr id="40" name="Isosceles Triangle 3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2131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07573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15902"/>
            <a:ext cx="12192000" cy="6858000"/>
          </a:xfrm>
          <a:prstGeom prst="rect">
            <a:avLst/>
          </a:prstGeom>
          <a:solidFill>
            <a:srgbClr val="FFFFFF">
              <a:alpha val="75000"/>
            </a:srgbClr>
          </a:solidFill>
          <a:ln w="7620">
            <a:solidFill>
              <a:srgbClr val="FFFFFF">
                <a:alpha val="64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694333" y="1819391"/>
            <a:ext cx="3703241" cy="597337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4738"/>
              </a:lnSpc>
            </a:pPr>
            <a:r>
              <a:rPr lang="en-US" sz="3645">
                <a:solidFill>
                  <a:srgbClr val="312F2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Responsibilities</a:t>
            </a:r>
            <a:endParaRPr lang="en-US" sz="3645"/>
          </a:p>
        </p:txBody>
      </p:sp>
      <p:sp>
        <p:nvSpPr>
          <p:cNvPr id="5" name="Shape 2"/>
          <p:cNvSpPr/>
          <p:nvPr/>
        </p:nvSpPr>
        <p:spPr>
          <a:xfrm>
            <a:off x="694332" y="2821025"/>
            <a:ext cx="3477717" cy="2363223"/>
          </a:xfrm>
          <a:prstGeom prst="roundRect">
            <a:avLst>
              <a:gd name="adj" fmla="val 2110"/>
            </a:avLst>
          </a:prstGeom>
          <a:solidFill>
            <a:srgbClr val="E8E8E3"/>
          </a:solidFill>
          <a:ln w="7620">
            <a:solidFill>
              <a:srgbClr val="D1D1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3"/>
          <p:cNvSpPr/>
          <p:nvPr/>
        </p:nvSpPr>
        <p:spPr>
          <a:xfrm>
            <a:off x="885825" y="3011111"/>
            <a:ext cx="1851620" cy="29861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2369"/>
              </a:lnSpc>
            </a:pPr>
            <a:r>
              <a:rPr lang="en-US" sz="1822">
                <a:solidFill>
                  <a:srgbClr val="2725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Stay Informed</a:t>
            </a:r>
            <a:endParaRPr lang="en-US" sz="1822"/>
          </a:p>
        </p:txBody>
      </p:sp>
      <p:sp>
        <p:nvSpPr>
          <p:cNvPr id="7" name="Text 4"/>
          <p:cNvSpPr/>
          <p:nvPr/>
        </p:nvSpPr>
        <p:spPr>
          <a:xfrm>
            <a:off x="885825" y="3475093"/>
            <a:ext cx="3094732" cy="992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624"/>
              </a:lnSpc>
            </a:pPr>
            <a:r>
              <a:rPr lang="en-US" sz="1458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Be aware of AQI updates in your area and how they might impact your health and daily routine.</a:t>
            </a:r>
            <a:endParaRPr lang="en-US" sz="1458"/>
          </a:p>
        </p:txBody>
      </p:sp>
      <p:sp>
        <p:nvSpPr>
          <p:cNvPr id="8" name="Shape 5"/>
          <p:cNvSpPr/>
          <p:nvPr/>
        </p:nvSpPr>
        <p:spPr>
          <a:xfrm>
            <a:off x="4357192" y="2821026"/>
            <a:ext cx="3477717" cy="2363224"/>
          </a:xfrm>
          <a:prstGeom prst="roundRect">
            <a:avLst>
              <a:gd name="adj" fmla="val 2110"/>
            </a:avLst>
          </a:prstGeom>
          <a:solidFill>
            <a:srgbClr val="E8E8E3"/>
          </a:solidFill>
          <a:ln w="7620">
            <a:solidFill>
              <a:srgbClr val="D1D1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4548683" y="3011111"/>
            <a:ext cx="1851620" cy="29861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2369"/>
              </a:lnSpc>
            </a:pPr>
            <a:r>
              <a:rPr lang="en-US" sz="1822">
                <a:solidFill>
                  <a:srgbClr val="2725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Take Action</a:t>
            </a:r>
            <a:endParaRPr lang="en-US" sz="1822"/>
          </a:p>
        </p:txBody>
      </p:sp>
      <p:sp>
        <p:nvSpPr>
          <p:cNvPr id="10" name="Text 7"/>
          <p:cNvSpPr/>
          <p:nvPr/>
        </p:nvSpPr>
        <p:spPr>
          <a:xfrm>
            <a:off x="4548683" y="3475093"/>
            <a:ext cx="3094732" cy="1322907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624"/>
              </a:lnSpc>
            </a:pPr>
            <a:r>
              <a:rPr lang="en-US" sz="1458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Take steps to reduce your personal contribution to air pollution, such as recycling, using public transport, and running your home energy efficiently.</a:t>
            </a:r>
            <a:endParaRPr lang="en-US" sz="1458"/>
          </a:p>
        </p:txBody>
      </p:sp>
      <p:sp>
        <p:nvSpPr>
          <p:cNvPr id="11" name="Shape 8"/>
          <p:cNvSpPr/>
          <p:nvPr/>
        </p:nvSpPr>
        <p:spPr>
          <a:xfrm>
            <a:off x="8020050" y="2821026"/>
            <a:ext cx="3477717" cy="2363222"/>
          </a:xfrm>
          <a:prstGeom prst="roundRect">
            <a:avLst>
              <a:gd name="adj" fmla="val 2110"/>
            </a:avLst>
          </a:prstGeom>
          <a:solidFill>
            <a:srgbClr val="E8E8E3"/>
          </a:solidFill>
          <a:ln w="7620">
            <a:solidFill>
              <a:srgbClr val="D1D1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211543" y="3011111"/>
            <a:ext cx="1851620" cy="298619"/>
          </a:xfrm>
          <a:prstGeom prst="rect">
            <a:avLst/>
          </a:prstGeom>
          <a:noFill/>
          <a:ln/>
        </p:spPr>
        <p:txBody>
          <a:bodyPr wrap="none" rtlCol="0" anchor="t"/>
          <a:lstStyle/>
          <a:p>
            <a:pPr>
              <a:lnSpc>
                <a:spcPts val="2369"/>
              </a:lnSpc>
            </a:pPr>
            <a:r>
              <a:rPr lang="en-US" sz="1822">
                <a:solidFill>
                  <a:srgbClr val="272525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Spread the Word</a:t>
            </a:r>
            <a:endParaRPr lang="en-US" sz="1822"/>
          </a:p>
        </p:txBody>
      </p:sp>
      <p:sp>
        <p:nvSpPr>
          <p:cNvPr id="13" name="Text 10"/>
          <p:cNvSpPr/>
          <p:nvPr/>
        </p:nvSpPr>
        <p:spPr>
          <a:xfrm>
            <a:off x="8211542" y="3475093"/>
            <a:ext cx="3094732" cy="9921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lnSpc>
                <a:spcPts val="2624"/>
              </a:lnSpc>
            </a:pPr>
            <a:r>
              <a:rPr lang="en-US" sz="1458">
                <a:solidFill>
                  <a:srgbClr val="272525"/>
                </a:solidFill>
                <a:latin typeface="Lato" pitchFamily="34" charset="0"/>
                <a:ea typeface="Lato" pitchFamily="34" charset="-122"/>
                <a:cs typeface="Lato" pitchFamily="34" charset="-120"/>
              </a:rPr>
              <a:t>Help raise awareness about AQI and its impact on human health and the environment.</a:t>
            </a:r>
            <a:endParaRPr lang="en-US" sz="1458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94CC46574F3EEC40A862D99E7E1B949E" ma:contentTypeVersion="18" ma:contentTypeDescription="Create a new document." ma:contentTypeScope="" ma:versionID="82888ad49c5437257f05d93ecf2c77e6">
  <xsd:schema xmlns:xsd="http://www.w3.org/2001/XMLSchema" xmlns:xs="http://www.w3.org/2001/XMLSchema" xmlns:p="http://schemas.microsoft.com/office/2006/metadata/properties" xmlns:ns2="25c2ebd5-bc2d-4e39-894a-d1d0e7647b08" xmlns:ns3="440f622b-d608-4c0a-8042-7ba907e25cbd" targetNamespace="http://schemas.microsoft.com/office/2006/metadata/properties" ma:root="true" ma:fieldsID="6f11db444bc84aed0370f2ca66d582ef" ns2:_="" ns3:_="">
    <xsd:import namespace="25c2ebd5-bc2d-4e39-894a-d1d0e7647b08"/>
    <xsd:import namespace="440f622b-d608-4c0a-8042-7ba907e25cbd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3:SharedWithUsers" minOccurs="0"/>
                <xsd:element ref="ns3:SharedWithDetails" minOccurs="0"/>
                <xsd:element ref="ns2:MediaServiceEventHashCode" minOccurs="0"/>
                <xsd:element ref="ns2:MediaServiceGenerationTime" minOccurs="0"/>
                <xsd:element ref="ns2:MediaServiceAutoTags" minOccurs="0"/>
                <xsd:element ref="ns2:MediaServiceOCR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ServiceObjectDetectorVersions" minOccurs="0"/>
                <xsd:element ref="ns2:MediaServiceSearchProperties" minOccurs="0"/>
                <xsd:element ref="ns2:lcf76f155ced4ddcb4097134ff3c332f" minOccurs="0"/>
                <xsd:element ref="ns3:TaxCatchAll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5c2ebd5-bc2d-4e39-894a-d1d0e7647b08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Tags" ma:index="15" nillable="true" ma:displayName="Tags" ma:internalName="MediaServiceAutoTags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bjectDetectorVersions" ma:index="2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lcf76f155ced4ddcb4097134ff3c332f" ma:index="23" nillable="true" ma:taxonomy="true" ma:internalName="lcf76f155ced4ddcb4097134ff3c332f" ma:taxonomyFieldName="MediaServiceImageTags" ma:displayName="Image Tags" ma:readOnly="false" ma:fieldId="{5cf76f15-5ced-4ddc-b409-7134ff3c332f}" ma:taxonomyMulti="true" ma:sspId="56963a87-7139-4f63-9b27-46f0e2e1870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LengthInSeconds" ma:index="25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40f622b-d608-4c0a-8042-7ba907e25cbd" elementFormDefault="qualified">
    <xsd:import namespace="http://schemas.microsoft.com/office/2006/documentManagement/types"/>
    <xsd:import namespace="http://schemas.microsoft.com/office/infopath/2007/PartnerControls"/>
    <xsd:element name="SharedWithUsers" ma:index="11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2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4" nillable="true" ma:displayName="Taxonomy Catch All Column" ma:hidden="true" ma:list="{26b02b2a-d570-43af-8a60-228c6e4cff95}" ma:internalName="TaxCatchAll" ma:showField="CatchAllData" ma:web="440f622b-d608-4c0a-8042-7ba907e25cb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440f622b-d608-4c0a-8042-7ba907e25cbd" xsi:nil="true"/>
    <lcf76f155ced4ddcb4097134ff3c332f xmlns="25c2ebd5-bc2d-4e39-894a-d1d0e7647b08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0CD6E676-D598-495D-8B4A-25C23EB2B412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024D592D-641A-4CD1-B87E-8D3A845915B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25c2ebd5-bc2d-4e39-894a-d1d0e7647b08"/>
    <ds:schemaRef ds:uri="440f622b-d608-4c0a-8042-7ba907e25cb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27AE09F3-13AE-469D-AD12-8390E4B01D46}">
  <ds:schemaRefs>
    <ds:schemaRef ds:uri="36b2058d-813f-461a-9726-1c951a8d02e0"/>
    <ds:schemaRef ds:uri="785b6205-926b-4996-b7dc-1cee80bdb135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  <ds:schemaRef ds:uri="440f622b-d608-4c0a-8042-7ba907e25cbd"/>
    <ds:schemaRef ds:uri="25c2ebd5-bc2d-4e39-894a-d1d0e7647b08"/>
  </ds:schemaRefs>
</ds:datastoreItem>
</file>

<file path=docMetadata/LabelInfo.xml><?xml version="1.0" encoding="utf-8"?>
<clbl:labelList xmlns:clbl="http://schemas.microsoft.com/office/2020/mipLabelMetadata">
  <clbl:label id="{abe32f68-c72d-420d-b5bd-750c63a268e4}" enabled="0" method="" siteId="{abe32f68-c72d-420d-b5bd-750c63a268e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392</Words>
  <Application>Microsoft Office PowerPoint</Application>
  <PresentationFormat>Widescreen</PresentationFormat>
  <Paragraphs>47</Paragraphs>
  <Slides>11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11</vt:i4>
      </vt:variant>
    </vt:vector>
  </HeadingPairs>
  <TitlesOfParts>
    <vt:vector size="20" baseType="lpstr">
      <vt:lpstr>Aptos</vt:lpstr>
      <vt:lpstr>Aptos Display</vt:lpstr>
      <vt:lpstr>Arial</vt:lpstr>
      <vt:lpstr>Calibri</vt:lpstr>
      <vt:lpstr>Calisto MT</vt:lpstr>
      <vt:lpstr>Georgia</vt:lpstr>
      <vt:lpstr>Lato</vt:lpstr>
      <vt:lpstr>Office Theme</vt:lpstr>
      <vt:lpstr>Office Theme</vt:lpstr>
      <vt:lpstr>Let’s play a game</vt:lpstr>
      <vt:lpstr>Let’s play a game</vt:lpstr>
      <vt:lpstr>Let’s play a game</vt:lpstr>
      <vt:lpstr>Closure</vt:lpstr>
      <vt:lpstr>PowerPoint Presentation</vt:lpstr>
      <vt:lpstr>PowerPoint Presentation</vt:lpstr>
      <vt:lpstr>PowerPoint Presentation</vt:lpstr>
      <vt:lpstr>Last week we were under an air quality alert!</vt:lpstr>
      <vt:lpstr>We had a high AQI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Welcome!</dc:title>
  <dc:creator>Roy, Somesh</dc:creator>
  <cp:lastModifiedBy>Gventer, Abby</cp:lastModifiedBy>
  <cp:revision>3</cp:revision>
  <dcterms:created xsi:type="dcterms:W3CDTF">2022-08-29T23:16:45Z</dcterms:created>
  <dcterms:modified xsi:type="dcterms:W3CDTF">2026-07-21T19:51:58Z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0x01010094CC46574F3EEC40A862D99E7E1B949E</vt:lpwstr>
  </property>
  <property fmtid="{D5CDD505-2E9C-101B-9397-08002B2CF9AE}" pid="3" name="MediaServiceImageTags">
    <vt:lpwstr/>
  </property>
</Properties>
</file>